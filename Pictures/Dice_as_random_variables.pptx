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D6E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1E7876-2B89-4FC5-9470-E3CCDAE3776A}" v="168" dt="2024-04-16T01:08:07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5747" autoAdjust="0"/>
    <p:restoredTop sz="86441" autoAdjust="0"/>
  </p:normalViewPr>
  <p:slideViewPr>
    <p:cSldViewPr snapToGrid="0">
      <p:cViewPr>
        <p:scale>
          <a:sx n="300" d="100"/>
          <a:sy n="300" d="100"/>
        </p:scale>
        <p:origin x="-10368" y="-750"/>
      </p:cViewPr>
      <p:guideLst/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rad Schiff" userId="49072068966f43fb" providerId="LiveId" clId="{DA1E7876-2B89-4FC5-9470-E3CCDAE3776A}"/>
    <pc:docChg chg="modSld">
      <pc:chgData name="Conrad Schiff" userId="49072068966f43fb" providerId="LiveId" clId="{DA1E7876-2B89-4FC5-9470-E3CCDAE3776A}" dt="2024-04-16T01:08:07.469" v="167" actId="1038"/>
      <pc:docMkLst>
        <pc:docMk/>
      </pc:docMkLst>
      <pc:sldChg chg="modSp">
        <pc:chgData name="Conrad Schiff" userId="49072068966f43fb" providerId="LiveId" clId="{DA1E7876-2B89-4FC5-9470-E3CCDAE3776A}" dt="2024-04-16T01:08:07.469" v="167" actId="1038"/>
        <pc:sldMkLst>
          <pc:docMk/>
          <pc:sldMk cId="42755092" sldId="256"/>
        </pc:sldMkLst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04" creationId="{B2527102-3229-F28D-5120-D843DDC78B8B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05" creationId="{64FACB06-D591-9D8D-88B7-636505C9F575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07" creationId="{37D1347A-D9BD-569E-283A-3EEF3D949F49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08" creationId="{5305DEAF-E991-CB08-5EEA-319BD88F6E97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09" creationId="{920B309A-FFFA-9BD9-7DE0-4F01771378E1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10" creationId="{46A27D76-3398-30DF-B882-F14361CF689E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11" creationId="{AE28E1CD-6EF6-B69E-9CA5-1FBFB8C826F3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12" creationId="{70A31592-4EB7-98A1-5B86-97237146C280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13" creationId="{D7F130D6-828A-D496-54A1-A9B068F36926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15" creationId="{3EA04DF6-5206-37DF-5C63-F7071DDBB24F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16" creationId="{092B8038-2C4E-4256-4A44-6EC560DC15AB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17" creationId="{D9608B6C-1364-295B-BAD4-F224DFF23AA5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19" creationId="{5130FB54-4EA1-7233-66DA-8F2A58CCC07C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20" creationId="{FD199715-B5CE-5C34-9CBD-F9041413C044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21" creationId="{C121D5E1-7DD1-91D8-A13E-849DBC4EA7D9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22" creationId="{8DDD2EEE-B44D-5D05-F701-BAFAC10DD5E2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23" creationId="{060FF59E-EB27-07DD-CF77-64A53EED01FD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24" creationId="{05ABD5CF-8198-7E4B-CFFA-91852BD839C7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26" creationId="{D674E502-971B-A3BB-9B32-A4D65377322A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27" creationId="{55679387-6720-3D71-4F9C-B7B5D9062D48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28" creationId="{1A05E9DE-977A-AB4B-29F9-082F0BA86B42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29" creationId="{F67715D6-578D-C266-88D0-B4B4628FC3CB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31" creationId="{C14D3FA5-A89D-9D7B-659C-99964816E70A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32" creationId="{1898BEEF-B52E-EF1B-81C5-E9FE36D8B84B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33" creationId="{0A3EA777-94F6-039A-1724-1E645C2144B7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34" creationId="{D643E426-E327-5D9F-3F09-6D505A6EEB40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35" creationId="{D21E95E6-0DB9-4D97-3525-33F6DB08AE74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37" creationId="{9E4445FA-5C1C-A734-5F1E-069A227967D1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38" creationId="{9EF78966-277D-57AF-657B-2F429FC49DBF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39" creationId="{B62C1848-46BF-54C2-FC4E-052BF33B6380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40" creationId="{02CE5097-202D-DDD0-EB1D-4F20B0455CB4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41" creationId="{F3D00BCD-1235-2C2C-A3F4-7F6A78F4E481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43" creationId="{07A86C98-2DF8-B0DC-CD6D-7882E4B5ECDB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44" creationId="{2368E5C7-5078-27B5-BB12-EBE1F9DEDA76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45" creationId="{EBC72489-380D-6652-4271-FB05F6D988A8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46" creationId="{0AC67031-22F1-44E7-9869-02E5756B641A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48" creationId="{E05D73A3-BD14-9891-9F17-A221708DB791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49" creationId="{772F9896-39A4-66DF-41F3-59B33DC31C97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50" creationId="{FA7FF5AD-287E-D2C5-3829-DB8564D04523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51" creationId="{D2D88221-0E9F-D2BA-A39B-1BA48B9D9685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52" creationId="{054BA47A-D5FD-A028-9053-0231B65B4EAE}"/>
          </ac:spMkLst>
        </pc:spChg>
        <pc:spChg chg="mod">
          <ac:chgData name="Conrad Schiff" userId="49072068966f43fb" providerId="LiveId" clId="{DA1E7876-2B89-4FC5-9470-E3CCDAE3776A}" dt="2024-04-16T01:06:57.211" v="141" actId="552"/>
          <ac:spMkLst>
            <pc:docMk/>
            <pc:sldMk cId="42755092" sldId="256"/>
            <ac:spMk id="453" creationId="{0F1B75C2-7D93-A1A7-1972-7AD2B1E09BE6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55" creationId="{B5E4E5CB-A06F-672F-AD5D-C63BD811EA69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56" creationId="{55A557D6-BD4C-1528-CDE3-C0B242939E48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57" creationId="{9DCFC1F8-94B6-5720-ABC7-D9096801EBFF}"/>
          </ac:spMkLst>
        </pc:spChg>
        <pc:spChg chg="mod">
          <ac:chgData name="Conrad Schiff" userId="49072068966f43fb" providerId="LiveId" clId="{DA1E7876-2B89-4FC5-9470-E3CCDAE3776A}" dt="2024-04-16T01:07:53.929" v="161" actId="554"/>
          <ac:spMkLst>
            <pc:docMk/>
            <pc:sldMk cId="42755092" sldId="256"/>
            <ac:spMk id="459" creationId="{97C1ED7A-B8E0-8B77-A705-8DBD39D37013}"/>
          </ac:spMkLst>
        </pc:spChg>
        <pc:spChg chg="mod">
          <ac:chgData name="Conrad Schiff" userId="49072068966f43fb" providerId="LiveId" clId="{DA1E7876-2B89-4FC5-9470-E3CCDAE3776A}" dt="2024-04-16T01:07:53.929" v="161" actId="554"/>
          <ac:spMkLst>
            <pc:docMk/>
            <pc:sldMk cId="42755092" sldId="256"/>
            <ac:spMk id="460" creationId="{6FD9EF6C-4CF7-B6C3-1EA6-06CFBDA5D52A}"/>
          </ac:spMkLst>
        </pc:spChg>
        <pc:spChg chg="mod">
          <ac:chgData name="Conrad Schiff" userId="49072068966f43fb" providerId="LiveId" clId="{DA1E7876-2B89-4FC5-9470-E3CCDAE3776A}" dt="2024-04-16T01:07:53.929" v="161" actId="554"/>
          <ac:spMkLst>
            <pc:docMk/>
            <pc:sldMk cId="42755092" sldId="256"/>
            <ac:spMk id="461" creationId="{CFD09F72-F830-69A7-870D-FE5F608A347A}"/>
          </ac:spMkLst>
        </pc:spChg>
        <pc:spChg chg="mod">
          <ac:chgData name="Conrad Schiff" userId="49072068966f43fb" providerId="LiveId" clId="{DA1E7876-2B89-4FC5-9470-E3CCDAE3776A}" dt="2024-04-16T01:07:53.929" v="161" actId="554"/>
          <ac:spMkLst>
            <pc:docMk/>
            <pc:sldMk cId="42755092" sldId="256"/>
            <ac:spMk id="462" creationId="{28AB4454-F2AF-D4EA-5052-C3FBDCD7E363}"/>
          </ac:spMkLst>
        </pc:spChg>
        <pc:spChg chg="mod">
          <ac:chgData name="Conrad Schiff" userId="49072068966f43fb" providerId="LiveId" clId="{DA1E7876-2B89-4FC5-9470-E3CCDAE3776A}" dt="2024-04-16T01:07:53.929" v="161" actId="554"/>
          <ac:spMkLst>
            <pc:docMk/>
            <pc:sldMk cId="42755092" sldId="256"/>
            <ac:spMk id="463" creationId="{CC0ED583-13B6-BB43-CB64-4C571FBAA17E}"/>
          </ac:spMkLst>
        </pc:spChg>
        <pc:spChg chg="mod">
          <ac:chgData name="Conrad Schiff" userId="49072068966f43fb" providerId="LiveId" clId="{DA1E7876-2B89-4FC5-9470-E3CCDAE3776A}" dt="2024-04-16T01:07:53.929" v="161" actId="554"/>
          <ac:spMkLst>
            <pc:docMk/>
            <pc:sldMk cId="42755092" sldId="256"/>
            <ac:spMk id="464" creationId="{1580A82E-EB0D-507F-4F9A-AD65A724F58F}"/>
          </ac:spMkLst>
        </pc:spChg>
        <pc:spChg chg="mod">
          <ac:chgData name="Conrad Schiff" userId="49072068966f43fb" providerId="LiveId" clId="{DA1E7876-2B89-4FC5-9470-E3CCDAE3776A}" dt="2024-04-16T01:07:53.929" v="161" actId="554"/>
          <ac:spMkLst>
            <pc:docMk/>
            <pc:sldMk cId="42755092" sldId="256"/>
            <ac:spMk id="465" creationId="{3970652E-A411-08C1-DBA6-DAFF0BC9073F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67" creationId="{0A2EBFB9-58D5-99CB-E865-F032AF717E78}"/>
          </ac:spMkLst>
        </pc:spChg>
        <pc:spChg chg="mod">
          <ac:chgData name="Conrad Schiff" userId="49072068966f43fb" providerId="LiveId" clId="{DA1E7876-2B89-4FC5-9470-E3CCDAE3776A}" dt="2024-04-16T01:08:07.469" v="167" actId="1038"/>
          <ac:spMkLst>
            <pc:docMk/>
            <pc:sldMk cId="42755092" sldId="256"/>
            <ac:spMk id="468" creationId="{909B9B7B-C212-AE77-A705-91541644200C}"/>
          </ac:spMkLst>
        </pc:spChg>
        <pc:grpChg chg="mod">
          <ac:chgData name="Conrad Schiff" userId="49072068966f43fb" providerId="LiveId" clId="{DA1E7876-2B89-4FC5-9470-E3CCDAE3776A}" dt="2024-04-16T01:06:57.211" v="141" actId="552"/>
          <ac:grpSpMkLst>
            <pc:docMk/>
            <pc:sldMk cId="42755092" sldId="256"/>
            <ac:grpSpMk id="403" creationId="{43F2BB5A-80FB-A52F-A6B0-1E404863F656}"/>
          </ac:grpSpMkLst>
        </pc:grpChg>
        <pc:grpChg chg="mod">
          <ac:chgData name="Conrad Schiff" userId="49072068966f43fb" providerId="LiveId" clId="{DA1E7876-2B89-4FC5-9470-E3CCDAE3776A}" dt="2024-04-16T01:08:07.469" v="167" actId="1038"/>
          <ac:grpSpMkLst>
            <pc:docMk/>
            <pc:sldMk cId="42755092" sldId="256"/>
            <ac:grpSpMk id="406" creationId="{ADCB2BBE-7A95-99EB-136C-034D21E30130}"/>
          </ac:grpSpMkLst>
        </pc:grpChg>
        <pc:grpChg chg="mod">
          <ac:chgData name="Conrad Schiff" userId="49072068966f43fb" providerId="LiveId" clId="{DA1E7876-2B89-4FC5-9470-E3CCDAE3776A}" dt="2024-04-16T01:06:57.211" v="141" actId="552"/>
          <ac:grpSpMkLst>
            <pc:docMk/>
            <pc:sldMk cId="42755092" sldId="256"/>
            <ac:grpSpMk id="414" creationId="{7C56B2B0-1EBF-3CCB-651B-33AF9E462217}"/>
          </ac:grpSpMkLst>
        </pc:grpChg>
        <pc:grpChg chg="mod">
          <ac:chgData name="Conrad Schiff" userId="49072068966f43fb" providerId="LiveId" clId="{DA1E7876-2B89-4FC5-9470-E3CCDAE3776A}" dt="2024-04-16T01:08:07.469" v="167" actId="1038"/>
          <ac:grpSpMkLst>
            <pc:docMk/>
            <pc:sldMk cId="42755092" sldId="256"/>
            <ac:grpSpMk id="418" creationId="{A48F43F5-2C53-EDA9-04D7-4E37DC69AF8F}"/>
          </ac:grpSpMkLst>
        </pc:grpChg>
        <pc:grpChg chg="mod">
          <ac:chgData name="Conrad Schiff" userId="49072068966f43fb" providerId="LiveId" clId="{DA1E7876-2B89-4FC5-9470-E3CCDAE3776A}" dt="2024-04-16T01:06:57.211" v="141" actId="552"/>
          <ac:grpSpMkLst>
            <pc:docMk/>
            <pc:sldMk cId="42755092" sldId="256"/>
            <ac:grpSpMk id="425" creationId="{5EDBF214-E968-2769-CDD7-3B17FA827B5C}"/>
          </ac:grpSpMkLst>
        </pc:grpChg>
        <pc:grpChg chg="mod">
          <ac:chgData name="Conrad Schiff" userId="49072068966f43fb" providerId="LiveId" clId="{DA1E7876-2B89-4FC5-9470-E3CCDAE3776A}" dt="2024-04-16T01:08:07.469" v="167" actId="1038"/>
          <ac:grpSpMkLst>
            <pc:docMk/>
            <pc:sldMk cId="42755092" sldId="256"/>
            <ac:grpSpMk id="430" creationId="{BB66F164-96AD-6328-0552-9CE121B50A5A}"/>
          </ac:grpSpMkLst>
        </pc:grpChg>
        <pc:grpChg chg="mod">
          <ac:chgData name="Conrad Schiff" userId="49072068966f43fb" providerId="LiveId" clId="{DA1E7876-2B89-4FC5-9470-E3CCDAE3776A}" dt="2024-04-16T01:06:57.211" v="141" actId="552"/>
          <ac:grpSpMkLst>
            <pc:docMk/>
            <pc:sldMk cId="42755092" sldId="256"/>
            <ac:grpSpMk id="436" creationId="{CEFB7CEB-BCCE-506C-33B8-FA04418AC7C2}"/>
          </ac:grpSpMkLst>
        </pc:grpChg>
        <pc:grpChg chg="mod">
          <ac:chgData name="Conrad Schiff" userId="49072068966f43fb" providerId="LiveId" clId="{DA1E7876-2B89-4FC5-9470-E3CCDAE3776A}" dt="2024-04-16T01:08:07.469" v="167" actId="1038"/>
          <ac:grpSpMkLst>
            <pc:docMk/>
            <pc:sldMk cId="42755092" sldId="256"/>
            <ac:grpSpMk id="442" creationId="{496FC2AE-35DC-ADD5-7D4F-F6D257EB5E59}"/>
          </ac:grpSpMkLst>
        </pc:grpChg>
        <pc:grpChg chg="mod">
          <ac:chgData name="Conrad Schiff" userId="49072068966f43fb" providerId="LiveId" clId="{DA1E7876-2B89-4FC5-9470-E3CCDAE3776A}" dt="2024-04-16T01:06:57.211" v="141" actId="552"/>
          <ac:grpSpMkLst>
            <pc:docMk/>
            <pc:sldMk cId="42755092" sldId="256"/>
            <ac:grpSpMk id="447" creationId="{82CE6CDF-D89C-0A95-F096-6ED3AC95E360}"/>
          </ac:grpSpMkLst>
        </pc:grpChg>
        <pc:grpChg chg="mod">
          <ac:chgData name="Conrad Schiff" userId="49072068966f43fb" providerId="LiveId" clId="{DA1E7876-2B89-4FC5-9470-E3CCDAE3776A}" dt="2024-04-16T01:08:07.469" v="167" actId="1038"/>
          <ac:grpSpMkLst>
            <pc:docMk/>
            <pc:sldMk cId="42755092" sldId="256"/>
            <ac:grpSpMk id="454" creationId="{4E8C63A0-FFF5-CD0F-660B-CB53702957B6}"/>
          </ac:grpSpMkLst>
        </pc:grpChg>
        <pc:grpChg chg="mod">
          <ac:chgData name="Conrad Schiff" userId="49072068966f43fb" providerId="LiveId" clId="{DA1E7876-2B89-4FC5-9470-E3CCDAE3776A}" dt="2024-04-16T01:07:53.929" v="161" actId="554"/>
          <ac:grpSpMkLst>
            <pc:docMk/>
            <pc:sldMk cId="42755092" sldId="256"/>
            <ac:grpSpMk id="458" creationId="{9FE8B89A-6452-00A4-7654-01D281D6F2ED}"/>
          </ac:grpSpMkLst>
        </pc:grpChg>
        <pc:grpChg chg="mod">
          <ac:chgData name="Conrad Schiff" userId="49072068966f43fb" providerId="LiveId" clId="{DA1E7876-2B89-4FC5-9470-E3CCDAE3776A}" dt="2024-04-16T01:08:07.469" v="167" actId="1038"/>
          <ac:grpSpMkLst>
            <pc:docMk/>
            <pc:sldMk cId="42755092" sldId="256"/>
            <ac:grpSpMk id="466" creationId="{02B586CE-4179-573D-1E83-6ED545B56D6D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03E4C-7F43-0532-60F2-BF329FEF2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C1F8C-8F8A-D110-BF3B-B2DF80252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4C67-74F0-A33F-17DD-ECDA917C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D67ED-A504-DFE8-194D-FA176CC7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84BFE-9F35-6784-9697-D465D178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0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38DD-6F3F-A120-5D63-06880E3B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8D4E5-15B5-FDF3-ADAD-D811CCE53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8E5FA-0D63-65F3-F83A-AB641216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AF426-BC7F-9930-5703-8C4F4E4E2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8BCD6-0B0C-1691-E17A-8468AFEF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4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AA24F-EC23-688D-3F6B-15049D560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2F5E2-C8E3-919F-96ED-318BFF129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C6061-9262-E8E3-3410-012DA780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0F0F7-EC54-A36B-D409-E072E726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4C6C9-13B8-38FD-99A9-79F707F19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9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AA963-D796-E584-9DBA-27565C02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F609A-FE3E-F5B2-492B-025EDCE1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70A8D-EFDF-671B-99CA-6B8001218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C3D27-A8C4-C2E4-8EEC-78C49EAE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F453E-B30D-197B-BA85-A6E7AE81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5AF38-863E-01C4-0F9E-5AD8D7FB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8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84AB-14EA-8330-7586-F9B40509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1E302-B64C-49B1-36D3-22FA7D7A4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7918A-E905-3C8C-320C-32D3CD551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1BB8B5-1FCB-256C-3E88-162DE06DB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805BCC-34A5-B249-9797-67B354EC4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50DA7-B139-9E6A-A9C6-93110C1DF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EC8F9E-6386-4A8F-D975-18776DC7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BF7CF-1653-4AC0-52E0-7FDA5FE0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8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3A8D-20F5-B45C-A953-249AB3C2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C1FB2-4B23-8471-CC98-30DE1708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6E2F6-97D4-10CC-D4D7-3620A30F0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268D-144A-3669-CF35-258DD35A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89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0245D6-93CF-A468-9953-23C3F0BBC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C8977-62E4-645A-1232-E47A89CD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BEEEA-8039-31BA-B95F-FBF9A9E43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5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D687-3F5D-18EC-6DFC-A89D75E3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756FC-AF6D-F00C-01A6-60A706EA9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ACD1F-7A21-9322-A9C4-C8608BE9A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07544-7083-4F13-463F-0CD5B22B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C153F-8283-4EE2-C532-E5AEF7B6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AA39F-C76A-4BFC-1077-41EC1EA0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9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B80F-BF2D-0753-6FB5-E083B34A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72EF1-9FC0-86E7-0C61-9225D0E62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52F5E-EA2F-9D42-15D3-F50F24913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AD67D-23C4-48A9-5BFD-3EBDD5D7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FCC54-D2EC-F2C7-323A-B11908DC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8DCCB-BD0E-86B8-8828-22837264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9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1743-A76D-9A80-698E-96B84F308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0DB38-8FF4-D1A1-C437-4A5BC2E5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173CB-66FB-91AC-E60B-2ABC19221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05E77-5CF2-8301-5514-EB31DBF0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5A60A-2A4B-D9FD-A34A-3DA7A266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DC24B7-A663-DF02-C350-C4FF50F6C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FEB5F-1FA0-935B-E064-231FB5304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50FA1-720B-CCD7-4529-CAECCAD6F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B155E-7E96-F456-A2E3-47C4942E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DFD7E-3F31-CFD2-D468-1E3CA0543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723E9-1D6F-AE7D-67F3-A75EBB0A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425C1-D722-0F6B-16AB-DD35B893A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90906-6FDC-8CC0-3DAE-EE8CCEB3E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184AA-E4B5-46CA-9525-35CACCFD251B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FB4B9-0AF0-8351-2614-278634543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41E44-C946-8C91-C02F-2EC1FCFD5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562BB-9E5E-4376-9904-8716890A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649443-83FA-CF04-B032-2A6DE0D99B07}"/>
              </a:ext>
            </a:extLst>
          </p:cNvPr>
          <p:cNvCxnSpPr/>
          <p:nvPr/>
        </p:nvCxnSpPr>
        <p:spPr>
          <a:xfrm>
            <a:off x="973455" y="3584448"/>
            <a:ext cx="11039951" cy="0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9FF626-861A-FAD6-99B6-0955C3FEFB4B}"/>
              </a:ext>
            </a:extLst>
          </p:cNvPr>
          <p:cNvCxnSpPr/>
          <p:nvPr/>
        </p:nvCxnSpPr>
        <p:spPr>
          <a:xfrm>
            <a:off x="1577974" y="3516996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108A13-1D0B-E0CB-062F-CA7A3BB37F38}"/>
              </a:ext>
            </a:extLst>
          </p:cNvPr>
          <p:cNvCxnSpPr/>
          <p:nvPr/>
        </p:nvCxnSpPr>
        <p:spPr>
          <a:xfrm>
            <a:off x="2520071" y="3516996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20325A-9577-1FC6-9C65-18BEAE709D0D}"/>
              </a:ext>
            </a:extLst>
          </p:cNvPr>
          <p:cNvCxnSpPr/>
          <p:nvPr/>
        </p:nvCxnSpPr>
        <p:spPr>
          <a:xfrm>
            <a:off x="3466787" y="3516996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521D14-76BD-1FD0-11B7-CEA3737854C5}"/>
              </a:ext>
            </a:extLst>
          </p:cNvPr>
          <p:cNvCxnSpPr/>
          <p:nvPr/>
        </p:nvCxnSpPr>
        <p:spPr>
          <a:xfrm>
            <a:off x="4427350" y="3516996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D02C65-7E4F-7596-DA45-CDF5C46CAD1C}"/>
              </a:ext>
            </a:extLst>
          </p:cNvPr>
          <p:cNvCxnSpPr/>
          <p:nvPr/>
        </p:nvCxnSpPr>
        <p:spPr>
          <a:xfrm>
            <a:off x="4898399" y="3516996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D95677-0A16-60D9-4A70-68BD96819A2B}"/>
              </a:ext>
            </a:extLst>
          </p:cNvPr>
          <p:cNvCxnSpPr/>
          <p:nvPr/>
        </p:nvCxnSpPr>
        <p:spPr>
          <a:xfrm>
            <a:off x="5374066" y="3516996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316A19-8086-724B-2C74-F923C6397A69}"/>
              </a:ext>
            </a:extLst>
          </p:cNvPr>
          <p:cNvCxnSpPr/>
          <p:nvPr/>
        </p:nvCxnSpPr>
        <p:spPr>
          <a:xfrm>
            <a:off x="5854343" y="350314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7C4C80-2379-B3A2-BACF-79329E22CDCA}"/>
              </a:ext>
            </a:extLst>
          </p:cNvPr>
          <p:cNvCxnSpPr/>
          <p:nvPr/>
        </p:nvCxnSpPr>
        <p:spPr>
          <a:xfrm>
            <a:off x="6330010" y="350314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F5C2AB8-8E5C-8DE0-3E09-70083F31D07E}"/>
              </a:ext>
            </a:extLst>
          </p:cNvPr>
          <p:cNvSpPr txBox="1"/>
          <p:nvPr/>
        </p:nvSpPr>
        <p:spPr>
          <a:xfrm>
            <a:off x="1522267" y="3725354"/>
            <a:ext cx="16624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D30528-DD31-15E3-EE9E-F865DDF5F545}"/>
              </a:ext>
            </a:extLst>
          </p:cNvPr>
          <p:cNvSpPr txBox="1"/>
          <p:nvPr/>
        </p:nvSpPr>
        <p:spPr>
          <a:xfrm>
            <a:off x="2440124" y="3725354"/>
            <a:ext cx="16624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B3DA5F-B07E-A1CC-E9CF-5EFBA84F3D74}"/>
              </a:ext>
            </a:extLst>
          </p:cNvPr>
          <p:cNvSpPr txBox="1"/>
          <p:nvPr/>
        </p:nvSpPr>
        <p:spPr>
          <a:xfrm>
            <a:off x="3407752" y="3725354"/>
            <a:ext cx="16624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C07202-08D2-62AA-D9B6-F9B42242944E}"/>
              </a:ext>
            </a:extLst>
          </p:cNvPr>
          <p:cNvSpPr txBox="1"/>
          <p:nvPr/>
        </p:nvSpPr>
        <p:spPr>
          <a:xfrm>
            <a:off x="4343791" y="3725354"/>
            <a:ext cx="16624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B90505-963A-2C6E-4212-C3E16DA01CB5}"/>
              </a:ext>
            </a:extLst>
          </p:cNvPr>
          <p:cNvSpPr txBox="1"/>
          <p:nvPr/>
        </p:nvSpPr>
        <p:spPr>
          <a:xfrm>
            <a:off x="4833759" y="3720740"/>
            <a:ext cx="16624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D85ED8-D469-E5C4-DAB5-CA12FF3BD842}"/>
              </a:ext>
            </a:extLst>
          </p:cNvPr>
          <p:cNvSpPr txBox="1"/>
          <p:nvPr/>
        </p:nvSpPr>
        <p:spPr>
          <a:xfrm>
            <a:off x="5300478" y="3720740"/>
            <a:ext cx="16624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1EFA12-415C-015F-05B6-34852A5CE17B}"/>
              </a:ext>
            </a:extLst>
          </p:cNvPr>
          <p:cNvSpPr txBox="1"/>
          <p:nvPr/>
        </p:nvSpPr>
        <p:spPr>
          <a:xfrm>
            <a:off x="5799215" y="3720740"/>
            <a:ext cx="16624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F301EB-32B8-36B5-62DF-82BEF0BA685D}"/>
              </a:ext>
            </a:extLst>
          </p:cNvPr>
          <p:cNvSpPr txBox="1"/>
          <p:nvPr/>
        </p:nvSpPr>
        <p:spPr>
          <a:xfrm>
            <a:off x="6270697" y="3720740"/>
            <a:ext cx="16624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EF2DB3-EA7D-0EA7-E772-DA7AB4BF40CE}"/>
              </a:ext>
            </a:extLst>
          </p:cNvPr>
          <p:cNvSpPr txBox="1"/>
          <p:nvPr/>
        </p:nvSpPr>
        <p:spPr>
          <a:xfrm>
            <a:off x="6676061" y="3720740"/>
            <a:ext cx="261166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700" dirty="0"/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F5654C-28FB-7DA8-5189-F6A25FCDFBE5}"/>
              </a:ext>
            </a:extLst>
          </p:cNvPr>
          <p:cNvSpPr txBox="1"/>
          <p:nvPr/>
        </p:nvSpPr>
        <p:spPr>
          <a:xfrm>
            <a:off x="7155744" y="3720740"/>
            <a:ext cx="261166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700" dirty="0"/>
              <a:t>11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164748-F2D6-7313-AADC-9F1B3A804E26}"/>
              </a:ext>
            </a:extLst>
          </p:cNvPr>
          <p:cNvSpPr txBox="1"/>
          <p:nvPr/>
        </p:nvSpPr>
        <p:spPr>
          <a:xfrm>
            <a:off x="7636756" y="3720740"/>
            <a:ext cx="246145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700" dirty="0"/>
              <a:t>12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BEC66C0-3764-19F3-D43D-E8F9B5E111BA}"/>
              </a:ext>
            </a:extLst>
          </p:cNvPr>
          <p:cNvGrpSpPr>
            <a:grpSpLocks noChangeAspect="1"/>
          </p:cNvGrpSpPr>
          <p:nvPr/>
        </p:nvGrpSpPr>
        <p:grpSpPr>
          <a:xfrm>
            <a:off x="1919263" y="5480282"/>
            <a:ext cx="274320" cy="274320"/>
            <a:chOff x="927966" y="1293957"/>
            <a:chExt cx="452582" cy="45258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4B48895-CEA0-0E57-CEA9-621F87114E5B}"/>
                </a:ext>
              </a:extLst>
            </p:cNvPr>
            <p:cNvSpPr/>
            <p:nvPr/>
          </p:nvSpPr>
          <p:spPr>
            <a:xfrm>
              <a:off x="927966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E0C51D3-A8C2-C686-BA39-A6564D51C95B}"/>
                </a:ext>
              </a:extLst>
            </p:cNvPr>
            <p:cNvSpPr/>
            <p:nvPr/>
          </p:nvSpPr>
          <p:spPr>
            <a:xfrm>
              <a:off x="1002001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76DDFA3-21CC-DD93-D09D-13F86D8FFC36}"/>
                </a:ext>
              </a:extLst>
            </p:cNvPr>
            <p:cNvSpPr/>
            <p:nvPr/>
          </p:nvSpPr>
          <p:spPr>
            <a:xfrm>
              <a:off x="1228868" y="159154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8EE658E-9B5D-7E1F-E22D-3A53A9C4AEF7}"/>
              </a:ext>
            </a:extLst>
          </p:cNvPr>
          <p:cNvGrpSpPr>
            <a:grpSpLocks noChangeAspect="1"/>
          </p:cNvGrpSpPr>
          <p:nvPr/>
        </p:nvGrpSpPr>
        <p:grpSpPr>
          <a:xfrm>
            <a:off x="2592317" y="5480282"/>
            <a:ext cx="274320" cy="274320"/>
            <a:chOff x="1532804" y="1293957"/>
            <a:chExt cx="452582" cy="452582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2F648FE-A6B1-369D-2CFB-5FA1C87940B3}"/>
                </a:ext>
              </a:extLst>
            </p:cNvPr>
            <p:cNvSpPr/>
            <p:nvPr/>
          </p:nvSpPr>
          <p:spPr>
            <a:xfrm>
              <a:off x="1532804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9BF0516-08A0-B6D5-B8A9-80A3387C4AF2}"/>
                </a:ext>
              </a:extLst>
            </p:cNvPr>
            <p:cNvSpPr/>
            <p:nvPr/>
          </p:nvSpPr>
          <p:spPr>
            <a:xfrm>
              <a:off x="1597892" y="136164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246BB72-AC4E-F87E-86C0-8905BC964997}"/>
                </a:ext>
              </a:extLst>
            </p:cNvPr>
            <p:cNvSpPr/>
            <p:nvPr/>
          </p:nvSpPr>
          <p:spPr>
            <a:xfrm>
              <a:off x="1717964" y="1482869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0FF0B27-1311-4578-08B9-4AB44179D8B2}"/>
                </a:ext>
              </a:extLst>
            </p:cNvPr>
            <p:cNvSpPr/>
            <p:nvPr/>
          </p:nvSpPr>
          <p:spPr>
            <a:xfrm>
              <a:off x="1840205" y="1604965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3215C35-2DB4-0705-A1D6-6D5A230586CE}"/>
              </a:ext>
            </a:extLst>
          </p:cNvPr>
          <p:cNvGrpSpPr>
            <a:grpSpLocks noChangeAspect="1"/>
          </p:cNvGrpSpPr>
          <p:nvPr/>
        </p:nvGrpSpPr>
        <p:grpSpPr>
          <a:xfrm>
            <a:off x="3271539" y="5480282"/>
            <a:ext cx="274320" cy="274320"/>
            <a:chOff x="2080780" y="1293957"/>
            <a:chExt cx="452582" cy="452582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4B8BA7D-3828-8E11-07C1-4078FF2FC24F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1F0BC28-0AD1-85E8-FBEE-A730BD59AD20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AEC1B43-A6A4-EFB6-9550-56094DCCAF4C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B007FE32-FD13-ABB9-82AD-8B67CB57C342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7C128AB-D424-04E2-8C4D-A3131D76BE0D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42DEDF2-FF20-4B5B-6117-B0A7FC732FC4}"/>
              </a:ext>
            </a:extLst>
          </p:cNvPr>
          <p:cNvGrpSpPr>
            <a:grpSpLocks noChangeAspect="1"/>
          </p:cNvGrpSpPr>
          <p:nvPr/>
        </p:nvGrpSpPr>
        <p:grpSpPr>
          <a:xfrm>
            <a:off x="3980551" y="5489017"/>
            <a:ext cx="274320" cy="274320"/>
            <a:chOff x="2656752" y="1293957"/>
            <a:chExt cx="452582" cy="45258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468A245-7A62-D320-5BA2-B4671FB49DE6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2613BFB3-3FBB-3E2F-B11C-676074A9DCCB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430140AA-A3D1-D4B5-4464-77B02DA4D8A3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1F253D23-7547-9AB4-6C56-2A720B65E6B6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B3C4C8-08F3-2F3B-0648-3105986C227B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266A516-CA14-F850-4DDA-C17A19A5BCC9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9D12E80-F684-176D-4B5A-5CE372653E5F}"/>
              </a:ext>
            </a:extLst>
          </p:cNvPr>
          <p:cNvGrpSpPr>
            <a:grpSpLocks noChangeAspect="1"/>
          </p:cNvGrpSpPr>
          <p:nvPr/>
        </p:nvGrpSpPr>
        <p:grpSpPr>
          <a:xfrm>
            <a:off x="4659773" y="5480282"/>
            <a:ext cx="274320" cy="274320"/>
            <a:chOff x="2656752" y="1786876"/>
            <a:chExt cx="452582" cy="452582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72AFC97-DA98-0EF5-B565-DF59840C1F98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A4B94DF6-52EA-753C-FBB1-2EABEA8AD5ED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B89B0126-7604-E0AA-D918-DCB7339A3636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E780764-CDBA-0B6D-D7C8-EC5763B79539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659556C9-9710-5841-41B3-7D7BA5B423CA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9669C32-433B-1012-B6DD-285B53081712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0FB15620-4BE9-C774-0FC7-1E7942B6ECB0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9" name="Group 668">
            <a:extLst>
              <a:ext uri="{FF2B5EF4-FFF2-40B4-BE49-F238E27FC236}">
                <a16:creationId xmlns:a16="http://schemas.microsoft.com/office/drawing/2014/main" id="{A3D72E3A-ADBB-D7C3-6C6B-5664DE20EB0F}"/>
              </a:ext>
            </a:extLst>
          </p:cNvPr>
          <p:cNvGrpSpPr/>
          <p:nvPr/>
        </p:nvGrpSpPr>
        <p:grpSpPr>
          <a:xfrm>
            <a:off x="1239940" y="3010582"/>
            <a:ext cx="701385" cy="411438"/>
            <a:chOff x="616770" y="1382004"/>
            <a:chExt cx="701385" cy="411438"/>
          </a:xfrm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205CF9A4-5205-EE26-741D-E3D36B45D6CB}"/>
                </a:ext>
              </a:extLst>
            </p:cNvPr>
            <p:cNvSpPr/>
            <p:nvPr/>
          </p:nvSpPr>
          <p:spPr>
            <a:xfrm>
              <a:off x="616770" y="1382004"/>
              <a:ext cx="701385" cy="411438"/>
            </a:xfrm>
            <a:prstGeom prst="roundRect">
              <a:avLst/>
            </a:prstGeom>
            <a:solidFill>
              <a:srgbClr val="BCE2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451BA22F-8B07-3CD2-263C-521E51B087B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4094" y="1450737"/>
              <a:ext cx="274320" cy="274320"/>
              <a:chOff x="886691" y="655782"/>
              <a:chExt cx="452582" cy="452582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C15839B-9A68-25B7-AAC5-C6175C84FA42}"/>
                  </a:ext>
                </a:extLst>
              </p:cNvPr>
              <p:cNvSpPr/>
              <p:nvPr/>
            </p:nvSpPr>
            <p:spPr>
              <a:xfrm>
                <a:off x="886691" y="655782"/>
                <a:ext cx="452582" cy="4525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2372785B-2B68-F2B7-6D1E-FF69B2A94146}"/>
                  </a:ext>
                </a:extLst>
              </p:cNvPr>
              <p:cNvSpPr/>
              <p:nvPr/>
            </p:nvSpPr>
            <p:spPr>
              <a:xfrm>
                <a:off x="1076181" y="844984"/>
                <a:ext cx="73890" cy="7389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10DEC0F5-8EBB-347F-35B4-81F3EACCEAA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68929" y="1450650"/>
              <a:ext cx="274320" cy="274320"/>
              <a:chOff x="886691" y="655782"/>
              <a:chExt cx="452582" cy="452582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AC95DEF8-8245-D3B5-C991-2154E59CDA61}"/>
                  </a:ext>
                </a:extLst>
              </p:cNvPr>
              <p:cNvSpPr/>
              <p:nvPr/>
            </p:nvSpPr>
            <p:spPr>
              <a:xfrm>
                <a:off x="886691" y="655782"/>
                <a:ext cx="452582" cy="4525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55035118-32A9-D84B-67EF-A201DBE30EA7}"/>
                  </a:ext>
                </a:extLst>
              </p:cNvPr>
              <p:cNvSpPr/>
              <p:nvPr/>
            </p:nvSpPr>
            <p:spPr>
              <a:xfrm>
                <a:off x="1076181" y="844984"/>
                <a:ext cx="73890" cy="7389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186D382-3744-5AD2-D342-A81E8F138C56}"/>
              </a:ext>
            </a:extLst>
          </p:cNvPr>
          <p:cNvGrpSpPr>
            <a:grpSpLocks noChangeAspect="1"/>
          </p:cNvGrpSpPr>
          <p:nvPr/>
        </p:nvGrpSpPr>
        <p:grpSpPr>
          <a:xfrm>
            <a:off x="1380270" y="5913863"/>
            <a:ext cx="274320" cy="274320"/>
            <a:chOff x="886691" y="655782"/>
            <a:chExt cx="452582" cy="452582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E91834FE-B63E-D4CC-F897-90AABA36B2BF}"/>
                </a:ext>
              </a:extLst>
            </p:cNvPr>
            <p:cNvSpPr/>
            <p:nvPr/>
          </p:nvSpPr>
          <p:spPr>
            <a:xfrm>
              <a:off x="886691" y="655782"/>
              <a:ext cx="452582" cy="4525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3F509387-F034-7DD8-7B88-FBB69FB37EA7}"/>
                </a:ext>
              </a:extLst>
            </p:cNvPr>
            <p:cNvSpPr/>
            <p:nvPr/>
          </p:nvSpPr>
          <p:spPr>
            <a:xfrm>
              <a:off x="1076181" y="844984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7140707-1E70-0EBD-F37E-862B658320DF}"/>
              </a:ext>
            </a:extLst>
          </p:cNvPr>
          <p:cNvGrpSpPr>
            <a:grpSpLocks noChangeAspect="1"/>
          </p:cNvGrpSpPr>
          <p:nvPr/>
        </p:nvGrpSpPr>
        <p:grpSpPr>
          <a:xfrm>
            <a:off x="2089287" y="5913863"/>
            <a:ext cx="274320" cy="274320"/>
            <a:chOff x="927966" y="1293957"/>
            <a:chExt cx="452582" cy="452582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2B7710F-9DE9-2208-AE0D-2CB0D6DEB5F5}"/>
                </a:ext>
              </a:extLst>
            </p:cNvPr>
            <p:cNvSpPr/>
            <p:nvPr/>
          </p:nvSpPr>
          <p:spPr>
            <a:xfrm>
              <a:off x="927966" y="1293957"/>
              <a:ext cx="452582" cy="4525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1B4E7565-21A5-7640-F063-51974059B42A}"/>
                </a:ext>
              </a:extLst>
            </p:cNvPr>
            <p:cNvSpPr/>
            <p:nvPr/>
          </p:nvSpPr>
          <p:spPr>
            <a:xfrm>
              <a:off x="1002001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879ADD9C-09C7-D616-60FC-0FB4EBEC3DA7}"/>
                </a:ext>
              </a:extLst>
            </p:cNvPr>
            <p:cNvSpPr/>
            <p:nvPr/>
          </p:nvSpPr>
          <p:spPr>
            <a:xfrm>
              <a:off x="1228868" y="159154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D8FC2A3-3068-DE7B-F82F-71C763859907}"/>
              </a:ext>
            </a:extLst>
          </p:cNvPr>
          <p:cNvGrpSpPr>
            <a:grpSpLocks noChangeAspect="1"/>
          </p:cNvGrpSpPr>
          <p:nvPr/>
        </p:nvGrpSpPr>
        <p:grpSpPr>
          <a:xfrm>
            <a:off x="2762341" y="5913863"/>
            <a:ext cx="274320" cy="274320"/>
            <a:chOff x="1532804" y="1293957"/>
            <a:chExt cx="452582" cy="452582"/>
          </a:xfrm>
        </p:grpSpPr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CF9555E8-FE61-CCD7-D393-496B670E3C16}"/>
                </a:ext>
              </a:extLst>
            </p:cNvPr>
            <p:cNvSpPr/>
            <p:nvPr/>
          </p:nvSpPr>
          <p:spPr>
            <a:xfrm>
              <a:off x="1532804" y="1293957"/>
              <a:ext cx="452582" cy="4525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3FFA0ADE-2513-66F2-E402-8DA66D7642B0}"/>
                </a:ext>
              </a:extLst>
            </p:cNvPr>
            <p:cNvSpPr/>
            <p:nvPr/>
          </p:nvSpPr>
          <p:spPr>
            <a:xfrm>
              <a:off x="1597892" y="136164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08F1D60-1F4C-3A9C-65A9-4D4460A08A8C}"/>
                </a:ext>
              </a:extLst>
            </p:cNvPr>
            <p:cNvSpPr/>
            <p:nvPr/>
          </p:nvSpPr>
          <p:spPr>
            <a:xfrm>
              <a:off x="1717964" y="1482869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43BE9043-A3D4-C64D-0A48-184C0C576F38}"/>
                </a:ext>
              </a:extLst>
            </p:cNvPr>
            <p:cNvSpPr/>
            <p:nvPr/>
          </p:nvSpPr>
          <p:spPr>
            <a:xfrm>
              <a:off x="1840205" y="1604965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FBD0847-B99A-564A-D661-567B331839DD}"/>
              </a:ext>
            </a:extLst>
          </p:cNvPr>
          <p:cNvGrpSpPr>
            <a:grpSpLocks noChangeAspect="1"/>
          </p:cNvGrpSpPr>
          <p:nvPr/>
        </p:nvGrpSpPr>
        <p:grpSpPr>
          <a:xfrm>
            <a:off x="3441563" y="5913863"/>
            <a:ext cx="274320" cy="274320"/>
            <a:chOff x="2080780" y="1293957"/>
            <a:chExt cx="452582" cy="452582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92EAA1B-70C9-402A-0958-60990DBAC0AC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C279B8E4-3624-930C-9E5D-D183FD2FA7A3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69D0961D-85A1-9B9F-43C5-A4FB8464B97E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D6EFDEB8-B0CA-4B82-2770-94599E8B1A0A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FAB1F1E-D9CF-D24F-B3AB-1C77A8A2C2A2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4675080-786D-EB08-DE44-344B089CAB3F}"/>
              </a:ext>
            </a:extLst>
          </p:cNvPr>
          <p:cNvGrpSpPr>
            <a:grpSpLocks noChangeAspect="1"/>
          </p:cNvGrpSpPr>
          <p:nvPr/>
        </p:nvGrpSpPr>
        <p:grpSpPr>
          <a:xfrm>
            <a:off x="4120785" y="5913863"/>
            <a:ext cx="274320" cy="274320"/>
            <a:chOff x="2656752" y="1293957"/>
            <a:chExt cx="452582" cy="452582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01160F7C-3FA9-E1D2-4C84-482109D7D64B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3A3CA606-0B89-0D31-C5DC-53E05CE6ECAC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C02D7968-8224-E218-35DB-CE4D4CF1FE12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AAC03197-EB39-5A6B-55A8-1B53D186EFB7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D56C90FA-CB9F-1B1B-DAF2-7982E0415DD0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1886EF07-2B7D-FA66-BDDF-B6BB17953617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5D09531-8487-BCCB-9DCA-A84C06D21E78}"/>
              </a:ext>
            </a:extLst>
          </p:cNvPr>
          <p:cNvGrpSpPr>
            <a:grpSpLocks noChangeAspect="1"/>
          </p:cNvGrpSpPr>
          <p:nvPr/>
        </p:nvGrpSpPr>
        <p:grpSpPr>
          <a:xfrm>
            <a:off x="4829797" y="5913863"/>
            <a:ext cx="274320" cy="274320"/>
            <a:chOff x="2656752" y="1786876"/>
            <a:chExt cx="452582" cy="452582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8346124-D6E8-2C89-F4A8-D7444CE1EBAE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25DE8747-48D9-07CA-F541-AB8741F853B0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C5A412DF-80E3-3994-2198-12C79CC756D0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07B9C62F-231B-CD44-A70B-DB11FD92EF40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FA38EC5-4D43-EDE4-252D-BB5595A22F2E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756524F1-C20C-066C-81B0-5BBDB7C8AF67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2CDA6AB-522F-A58F-4718-BAC1D7893E5B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8F7E27AE-9040-7534-6B98-D0698378804F}"/>
              </a:ext>
            </a:extLst>
          </p:cNvPr>
          <p:cNvGrpSpPr>
            <a:grpSpLocks noChangeAspect="1"/>
          </p:cNvGrpSpPr>
          <p:nvPr/>
        </p:nvGrpSpPr>
        <p:grpSpPr>
          <a:xfrm>
            <a:off x="1453473" y="5450179"/>
            <a:ext cx="274320" cy="274320"/>
            <a:chOff x="886691" y="655782"/>
            <a:chExt cx="452582" cy="452582"/>
          </a:xfrm>
        </p:grpSpPr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5A25A5FC-A670-C398-2568-83BA9D0C2F87}"/>
                </a:ext>
              </a:extLst>
            </p:cNvPr>
            <p:cNvSpPr/>
            <p:nvPr/>
          </p:nvSpPr>
          <p:spPr>
            <a:xfrm>
              <a:off x="886691" y="655782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92E739D9-464F-8936-5CA1-4B7C7421E0C6}"/>
                </a:ext>
              </a:extLst>
            </p:cNvPr>
            <p:cNvSpPr/>
            <p:nvPr/>
          </p:nvSpPr>
          <p:spPr>
            <a:xfrm>
              <a:off x="1076181" y="844984"/>
              <a:ext cx="73890" cy="7389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2" name="Group 691">
            <a:extLst>
              <a:ext uri="{FF2B5EF4-FFF2-40B4-BE49-F238E27FC236}">
                <a16:creationId xmlns:a16="http://schemas.microsoft.com/office/drawing/2014/main" id="{89D953FD-C195-96D1-83D2-A67FEBBDB0CC}"/>
              </a:ext>
            </a:extLst>
          </p:cNvPr>
          <p:cNvGrpSpPr/>
          <p:nvPr/>
        </p:nvGrpSpPr>
        <p:grpSpPr>
          <a:xfrm>
            <a:off x="2162143" y="2826099"/>
            <a:ext cx="701385" cy="638584"/>
            <a:chOff x="2162143" y="2826099"/>
            <a:chExt cx="701385" cy="638584"/>
          </a:xfrm>
        </p:grpSpPr>
        <p:sp>
          <p:nvSpPr>
            <p:cNvPr id="260" name="Rectangle: Rounded Corners 259">
              <a:extLst>
                <a:ext uri="{FF2B5EF4-FFF2-40B4-BE49-F238E27FC236}">
                  <a16:creationId xmlns:a16="http://schemas.microsoft.com/office/drawing/2014/main" id="{31D864EC-F8BF-8295-7C37-C43EF48C887D}"/>
                </a:ext>
              </a:extLst>
            </p:cNvPr>
            <p:cNvSpPr/>
            <p:nvPr/>
          </p:nvSpPr>
          <p:spPr>
            <a:xfrm>
              <a:off x="2162143" y="2826099"/>
              <a:ext cx="701385" cy="638584"/>
            </a:xfrm>
            <a:prstGeom prst="roundRect">
              <a:avLst/>
            </a:prstGeom>
            <a:solidFill>
              <a:srgbClr val="BCE2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1" name="Group 690">
              <a:extLst>
                <a:ext uri="{FF2B5EF4-FFF2-40B4-BE49-F238E27FC236}">
                  <a16:creationId xmlns:a16="http://schemas.microsoft.com/office/drawing/2014/main" id="{64D1A46B-8C5C-CEBA-A1C4-B943612B705E}"/>
                </a:ext>
              </a:extLst>
            </p:cNvPr>
            <p:cNvGrpSpPr/>
            <p:nvPr/>
          </p:nvGrpSpPr>
          <p:grpSpPr>
            <a:xfrm>
              <a:off x="2248716" y="2868770"/>
              <a:ext cx="547609" cy="550583"/>
              <a:chOff x="2248716" y="2868770"/>
              <a:chExt cx="547609" cy="550583"/>
            </a:xfrm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E05E72A3-FE91-53CA-E0DF-57C666EF2DC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48716" y="2868770"/>
                <a:ext cx="274320" cy="274320"/>
                <a:chOff x="886691" y="655782"/>
                <a:chExt cx="452582" cy="452582"/>
              </a:xfrm>
            </p:grpSpPr>
            <p:sp>
              <p:nvSpPr>
                <p:cNvPr id="269" name="Rectangle 268">
                  <a:extLst>
                    <a:ext uri="{FF2B5EF4-FFF2-40B4-BE49-F238E27FC236}">
                      <a16:creationId xmlns:a16="http://schemas.microsoft.com/office/drawing/2014/main" id="{7CD2CAF0-A84E-7CDE-A444-E3692F824903}"/>
                    </a:ext>
                  </a:extLst>
                </p:cNvPr>
                <p:cNvSpPr/>
                <p:nvPr/>
              </p:nvSpPr>
              <p:spPr>
                <a:xfrm>
                  <a:off x="886691" y="655782"/>
                  <a:ext cx="452582" cy="4525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4359E5BE-84EC-D570-9BA6-FA1471A9D432}"/>
                    </a:ext>
                  </a:extLst>
                </p:cNvPr>
                <p:cNvSpPr/>
                <p:nvPr/>
              </p:nvSpPr>
              <p:spPr>
                <a:xfrm>
                  <a:off x="1076181" y="844984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5F9B4507-1208-B460-0083-E5406044850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22005" y="2868851"/>
                <a:ext cx="274320" cy="274320"/>
                <a:chOff x="927966" y="1293957"/>
                <a:chExt cx="452582" cy="452582"/>
              </a:xfrm>
            </p:grpSpPr>
            <p:sp>
              <p:nvSpPr>
                <p:cNvPr id="272" name="Rectangle 271">
                  <a:extLst>
                    <a:ext uri="{FF2B5EF4-FFF2-40B4-BE49-F238E27FC236}">
                      <a16:creationId xmlns:a16="http://schemas.microsoft.com/office/drawing/2014/main" id="{505864A6-E59E-53C0-8F39-3ED99622D5D5}"/>
                    </a:ext>
                  </a:extLst>
                </p:cNvPr>
                <p:cNvSpPr/>
                <p:nvPr/>
              </p:nvSpPr>
              <p:spPr>
                <a:xfrm>
                  <a:off x="927966" y="1293957"/>
                  <a:ext cx="452582" cy="45258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111EBDC8-64F5-3511-7A6E-8F6389286338}"/>
                    </a:ext>
                  </a:extLst>
                </p:cNvPr>
                <p:cNvSpPr/>
                <p:nvPr/>
              </p:nvSpPr>
              <p:spPr>
                <a:xfrm>
                  <a:off x="1002001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75648913-D16B-2403-691C-4F252A2893AC}"/>
                    </a:ext>
                  </a:extLst>
                </p:cNvPr>
                <p:cNvSpPr/>
                <p:nvPr/>
              </p:nvSpPr>
              <p:spPr>
                <a:xfrm>
                  <a:off x="1228868" y="15915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5B1B46FF-0D2A-A405-E878-BF7C8FBFFE8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522005" y="3145033"/>
                <a:ext cx="274320" cy="274320"/>
                <a:chOff x="886691" y="661020"/>
                <a:chExt cx="452582" cy="452582"/>
              </a:xfrm>
            </p:grpSpPr>
            <p:sp>
              <p:nvSpPr>
                <p:cNvPr id="276" name="Rectangle 275">
                  <a:extLst>
                    <a:ext uri="{FF2B5EF4-FFF2-40B4-BE49-F238E27FC236}">
                      <a16:creationId xmlns:a16="http://schemas.microsoft.com/office/drawing/2014/main" id="{F90E03B5-CD8E-39FA-49EA-C92B47464E0C}"/>
                    </a:ext>
                  </a:extLst>
                </p:cNvPr>
                <p:cNvSpPr/>
                <p:nvPr/>
              </p:nvSpPr>
              <p:spPr>
                <a:xfrm>
                  <a:off x="886691" y="661020"/>
                  <a:ext cx="452582" cy="45258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D2C75D1C-93E6-494E-CB6A-A0038ED3A29E}"/>
                    </a:ext>
                  </a:extLst>
                </p:cNvPr>
                <p:cNvSpPr/>
                <p:nvPr/>
              </p:nvSpPr>
              <p:spPr>
                <a:xfrm>
                  <a:off x="1076181" y="844984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8" name="Group 277">
                <a:extLst>
                  <a:ext uri="{FF2B5EF4-FFF2-40B4-BE49-F238E27FC236}">
                    <a16:creationId xmlns:a16="http://schemas.microsoft.com/office/drawing/2014/main" id="{CCF638CC-B47E-2F0B-6D55-88F3303B88A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248716" y="3144212"/>
                <a:ext cx="274320" cy="274320"/>
                <a:chOff x="927516" y="1293957"/>
                <a:chExt cx="452582" cy="452582"/>
              </a:xfrm>
            </p:grpSpPr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EB715856-8D3F-269C-CB02-50162F8ADC83}"/>
                    </a:ext>
                  </a:extLst>
                </p:cNvPr>
                <p:cNvSpPr/>
                <p:nvPr/>
              </p:nvSpPr>
              <p:spPr>
                <a:xfrm>
                  <a:off x="927516" y="1293957"/>
                  <a:ext cx="452582" cy="4525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8BA1FC5C-3124-1737-DDC5-A81BE3DA2B88}"/>
                    </a:ext>
                  </a:extLst>
                </p:cNvPr>
                <p:cNvSpPr/>
                <p:nvPr/>
              </p:nvSpPr>
              <p:spPr>
                <a:xfrm>
                  <a:off x="1002001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62A9F5D2-5F9B-53A2-3806-2B0FE86F97CF}"/>
                    </a:ext>
                  </a:extLst>
                </p:cNvPr>
                <p:cNvSpPr/>
                <p:nvPr/>
              </p:nvSpPr>
              <p:spPr>
                <a:xfrm>
                  <a:off x="1228868" y="15915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690" name="Group 689">
            <a:extLst>
              <a:ext uri="{FF2B5EF4-FFF2-40B4-BE49-F238E27FC236}">
                <a16:creationId xmlns:a16="http://schemas.microsoft.com/office/drawing/2014/main" id="{10D1D980-26F4-9233-288E-7B00E6D3DAED}"/>
              </a:ext>
            </a:extLst>
          </p:cNvPr>
          <p:cNvGrpSpPr/>
          <p:nvPr/>
        </p:nvGrpSpPr>
        <p:grpSpPr>
          <a:xfrm>
            <a:off x="3116094" y="2568912"/>
            <a:ext cx="701385" cy="904956"/>
            <a:chOff x="2774695" y="1323412"/>
            <a:chExt cx="701385" cy="904956"/>
          </a:xfrm>
        </p:grpSpPr>
        <p:sp>
          <p:nvSpPr>
            <p:cNvPr id="285" name="Rectangle: Rounded Corners 284">
              <a:extLst>
                <a:ext uri="{FF2B5EF4-FFF2-40B4-BE49-F238E27FC236}">
                  <a16:creationId xmlns:a16="http://schemas.microsoft.com/office/drawing/2014/main" id="{F9780E3E-E6A2-DF64-20F3-53ECCEFD8D55}"/>
                </a:ext>
              </a:extLst>
            </p:cNvPr>
            <p:cNvSpPr/>
            <p:nvPr/>
          </p:nvSpPr>
          <p:spPr>
            <a:xfrm>
              <a:off x="2774695" y="1323412"/>
              <a:ext cx="701385" cy="904956"/>
            </a:xfrm>
            <a:prstGeom prst="roundRect">
              <a:avLst/>
            </a:prstGeom>
            <a:solidFill>
              <a:srgbClr val="BCE2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9" name="Group 688">
              <a:extLst>
                <a:ext uri="{FF2B5EF4-FFF2-40B4-BE49-F238E27FC236}">
                  <a16:creationId xmlns:a16="http://schemas.microsoft.com/office/drawing/2014/main" id="{E5F0F792-6103-66D9-E86C-92B0D0232C61}"/>
                </a:ext>
              </a:extLst>
            </p:cNvPr>
            <p:cNvGrpSpPr/>
            <p:nvPr/>
          </p:nvGrpSpPr>
          <p:grpSpPr>
            <a:xfrm>
              <a:off x="2854727" y="1359640"/>
              <a:ext cx="546014" cy="824751"/>
              <a:chOff x="3578167" y="588162"/>
              <a:chExt cx="546014" cy="824751"/>
            </a:xfrm>
          </p:grpSpPr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5A413CF1-0CCF-9799-E75C-2DAE1FC5245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578167" y="588479"/>
                <a:ext cx="274320" cy="274320"/>
                <a:chOff x="886691" y="655782"/>
                <a:chExt cx="452582" cy="452582"/>
              </a:xfrm>
            </p:grpSpPr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CA6B5F9F-87F7-9D3E-A4E8-AA5CFA67E4AB}"/>
                    </a:ext>
                  </a:extLst>
                </p:cNvPr>
                <p:cNvSpPr/>
                <p:nvPr/>
              </p:nvSpPr>
              <p:spPr>
                <a:xfrm>
                  <a:off x="886691" y="655782"/>
                  <a:ext cx="452582" cy="4525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B0B1C501-0B2B-CE3D-2AC0-C85A1CD6DF5E}"/>
                    </a:ext>
                  </a:extLst>
                </p:cNvPr>
                <p:cNvSpPr/>
                <p:nvPr/>
              </p:nvSpPr>
              <p:spPr>
                <a:xfrm>
                  <a:off x="1076181" y="844984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CC29C449-C871-B1AC-78C8-5C808BACD59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49861" y="588162"/>
                <a:ext cx="274320" cy="274320"/>
                <a:chOff x="1532804" y="1293957"/>
                <a:chExt cx="452582" cy="452582"/>
              </a:xfrm>
            </p:grpSpPr>
            <p:sp>
              <p:nvSpPr>
                <p:cNvPr id="290" name="Rectangle 289">
                  <a:extLst>
                    <a:ext uri="{FF2B5EF4-FFF2-40B4-BE49-F238E27FC236}">
                      <a16:creationId xmlns:a16="http://schemas.microsoft.com/office/drawing/2014/main" id="{1C01221F-DADB-2ED4-9C43-63CCD74F339B}"/>
                    </a:ext>
                  </a:extLst>
                </p:cNvPr>
                <p:cNvSpPr/>
                <p:nvPr/>
              </p:nvSpPr>
              <p:spPr>
                <a:xfrm>
                  <a:off x="1532804" y="1293957"/>
                  <a:ext cx="452582" cy="45258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C68DA5FE-7197-8DB2-90A5-FAEE64D7C46D}"/>
                    </a:ext>
                  </a:extLst>
                </p:cNvPr>
                <p:cNvSpPr/>
                <p:nvPr/>
              </p:nvSpPr>
              <p:spPr>
                <a:xfrm>
                  <a:off x="1597892" y="13616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8544DD57-137D-3991-ACE1-8796439C4344}"/>
                    </a:ext>
                  </a:extLst>
                </p:cNvPr>
                <p:cNvSpPr/>
                <p:nvPr/>
              </p:nvSpPr>
              <p:spPr>
                <a:xfrm>
                  <a:off x="1717964" y="1482869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2E094ECA-C6FD-BAEE-81EA-8F65D78DDB23}"/>
                    </a:ext>
                  </a:extLst>
                </p:cNvPr>
                <p:cNvSpPr/>
                <p:nvPr/>
              </p:nvSpPr>
              <p:spPr>
                <a:xfrm>
                  <a:off x="1840205" y="1604965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9777F4A-B20D-4250-E62E-34D7E753B25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49861" y="1138368"/>
                <a:ext cx="274320" cy="274320"/>
                <a:chOff x="886691" y="655782"/>
                <a:chExt cx="452582" cy="452582"/>
              </a:xfrm>
            </p:grpSpPr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47439362-08F2-5665-A3B7-929AD89964C2}"/>
                    </a:ext>
                  </a:extLst>
                </p:cNvPr>
                <p:cNvSpPr/>
                <p:nvPr/>
              </p:nvSpPr>
              <p:spPr>
                <a:xfrm>
                  <a:off x="886691" y="655782"/>
                  <a:ext cx="452582" cy="45258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344EA7E-6B9E-72F4-6831-C12089173436}"/>
                    </a:ext>
                  </a:extLst>
                </p:cNvPr>
                <p:cNvSpPr/>
                <p:nvPr/>
              </p:nvSpPr>
              <p:spPr>
                <a:xfrm>
                  <a:off x="1076181" y="844984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id="{583DB071-B42B-398C-DD06-27B971DD654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578167" y="1138593"/>
                <a:ext cx="274320" cy="274320"/>
                <a:chOff x="1532804" y="1293957"/>
                <a:chExt cx="452582" cy="452582"/>
              </a:xfrm>
            </p:grpSpPr>
            <p:sp>
              <p:nvSpPr>
                <p:cNvPr id="298" name="Rectangle 297">
                  <a:extLst>
                    <a:ext uri="{FF2B5EF4-FFF2-40B4-BE49-F238E27FC236}">
                      <a16:creationId xmlns:a16="http://schemas.microsoft.com/office/drawing/2014/main" id="{12E1FEB0-08BB-2C75-E85F-F451E7D63FF0}"/>
                    </a:ext>
                  </a:extLst>
                </p:cNvPr>
                <p:cNvSpPr/>
                <p:nvPr/>
              </p:nvSpPr>
              <p:spPr>
                <a:xfrm>
                  <a:off x="1532804" y="1293957"/>
                  <a:ext cx="452582" cy="4525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11BDA078-D1C8-9C12-D16C-532296D1D0C8}"/>
                    </a:ext>
                  </a:extLst>
                </p:cNvPr>
                <p:cNvSpPr/>
                <p:nvPr/>
              </p:nvSpPr>
              <p:spPr>
                <a:xfrm>
                  <a:off x="1597892" y="13616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1615C517-C44E-0EC3-99B7-1D41E7D5A07F}"/>
                    </a:ext>
                  </a:extLst>
                </p:cNvPr>
                <p:cNvSpPr/>
                <p:nvPr/>
              </p:nvSpPr>
              <p:spPr>
                <a:xfrm>
                  <a:off x="1717964" y="1482869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69F1B6BA-EDC7-A8A4-8E95-FE483F5878E4}"/>
                    </a:ext>
                  </a:extLst>
                </p:cNvPr>
                <p:cNvSpPr/>
                <p:nvPr/>
              </p:nvSpPr>
              <p:spPr>
                <a:xfrm>
                  <a:off x="1840205" y="1604965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2" name="Group 301">
                <a:extLst>
                  <a:ext uri="{FF2B5EF4-FFF2-40B4-BE49-F238E27FC236}">
                    <a16:creationId xmlns:a16="http://schemas.microsoft.com/office/drawing/2014/main" id="{E1272148-E20E-2E9D-E9B3-EA2FF312EBF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578167" y="864060"/>
                <a:ext cx="274320" cy="274320"/>
                <a:chOff x="927966" y="1293957"/>
                <a:chExt cx="452582" cy="452582"/>
              </a:xfrm>
            </p:grpSpPr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38A29F87-5BBB-2B74-B221-2859E84332EB}"/>
                    </a:ext>
                  </a:extLst>
                </p:cNvPr>
                <p:cNvSpPr/>
                <p:nvPr/>
              </p:nvSpPr>
              <p:spPr>
                <a:xfrm>
                  <a:off x="927966" y="1293957"/>
                  <a:ext cx="452582" cy="4525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87D7E550-A5EA-0F1A-E26D-41C8650F2C5E}"/>
                    </a:ext>
                  </a:extLst>
                </p:cNvPr>
                <p:cNvSpPr/>
                <p:nvPr/>
              </p:nvSpPr>
              <p:spPr>
                <a:xfrm>
                  <a:off x="1002001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4DEB4F41-1322-B283-DA96-A7A6BCC30397}"/>
                    </a:ext>
                  </a:extLst>
                </p:cNvPr>
                <p:cNvSpPr/>
                <p:nvPr/>
              </p:nvSpPr>
              <p:spPr>
                <a:xfrm>
                  <a:off x="1228868" y="15915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62253408-93AC-246B-EFB1-581699E9C15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49861" y="862855"/>
                <a:ext cx="274320" cy="274320"/>
                <a:chOff x="927966" y="1293957"/>
                <a:chExt cx="452582" cy="452582"/>
              </a:xfrm>
            </p:grpSpPr>
            <p:sp>
              <p:nvSpPr>
                <p:cNvPr id="307" name="Rectangle 306">
                  <a:extLst>
                    <a:ext uri="{FF2B5EF4-FFF2-40B4-BE49-F238E27FC236}">
                      <a16:creationId xmlns:a16="http://schemas.microsoft.com/office/drawing/2014/main" id="{7E5F67D6-E5E2-BE35-B758-79AA9C5E43C2}"/>
                    </a:ext>
                  </a:extLst>
                </p:cNvPr>
                <p:cNvSpPr/>
                <p:nvPr/>
              </p:nvSpPr>
              <p:spPr>
                <a:xfrm>
                  <a:off x="927966" y="1293957"/>
                  <a:ext cx="452582" cy="45258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5586DC59-307B-2C15-650F-10CDFE75CD57}"/>
                    </a:ext>
                  </a:extLst>
                </p:cNvPr>
                <p:cNvSpPr/>
                <p:nvPr/>
              </p:nvSpPr>
              <p:spPr>
                <a:xfrm>
                  <a:off x="1002001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3BB709D3-BB25-6735-0968-A9264FCF3541}"/>
                    </a:ext>
                  </a:extLst>
                </p:cNvPr>
                <p:cNvSpPr/>
                <p:nvPr/>
              </p:nvSpPr>
              <p:spPr>
                <a:xfrm>
                  <a:off x="1228868" y="15915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695" name="Group 694">
            <a:extLst>
              <a:ext uri="{FF2B5EF4-FFF2-40B4-BE49-F238E27FC236}">
                <a16:creationId xmlns:a16="http://schemas.microsoft.com/office/drawing/2014/main" id="{C30C61B7-2116-6DE5-A787-CC32372459C3}"/>
              </a:ext>
            </a:extLst>
          </p:cNvPr>
          <p:cNvGrpSpPr/>
          <p:nvPr/>
        </p:nvGrpSpPr>
        <p:grpSpPr>
          <a:xfrm>
            <a:off x="4073337" y="2264439"/>
            <a:ext cx="701385" cy="1236682"/>
            <a:chOff x="4518885" y="1064592"/>
            <a:chExt cx="701385" cy="1236682"/>
          </a:xfrm>
        </p:grpSpPr>
        <p:sp>
          <p:nvSpPr>
            <p:cNvPr id="694" name="Rectangle: Rounded Corners 693">
              <a:extLst>
                <a:ext uri="{FF2B5EF4-FFF2-40B4-BE49-F238E27FC236}">
                  <a16:creationId xmlns:a16="http://schemas.microsoft.com/office/drawing/2014/main" id="{496A4869-182B-0931-BB92-13CC2918377F}"/>
                </a:ext>
              </a:extLst>
            </p:cNvPr>
            <p:cNvSpPr/>
            <p:nvPr/>
          </p:nvSpPr>
          <p:spPr>
            <a:xfrm>
              <a:off x="4518885" y="1064592"/>
              <a:ext cx="701385" cy="1236682"/>
            </a:xfrm>
            <a:prstGeom prst="roundRect">
              <a:avLst/>
            </a:prstGeom>
            <a:solidFill>
              <a:srgbClr val="BCE2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3" name="Group 692">
              <a:extLst>
                <a:ext uri="{FF2B5EF4-FFF2-40B4-BE49-F238E27FC236}">
                  <a16:creationId xmlns:a16="http://schemas.microsoft.com/office/drawing/2014/main" id="{EA637759-76E0-3184-1692-EE908F81290A}"/>
                </a:ext>
              </a:extLst>
            </p:cNvPr>
            <p:cNvGrpSpPr/>
            <p:nvPr/>
          </p:nvGrpSpPr>
          <p:grpSpPr>
            <a:xfrm>
              <a:off x="4596068" y="1133222"/>
              <a:ext cx="546440" cy="1096999"/>
              <a:chOff x="4596068" y="1133222"/>
              <a:chExt cx="546440" cy="1096999"/>
            </a:xfrm>
          </p:grpSpPr>
          <p:grpSp>
            <p:nvGrpSpPr>
              <p:cNvPr id="311" name="Group 310">
                <a:extLst>
                  <a:ext uri="{FF2B5EF4-FFF2-40B4-BE49-F238E27FC236}">
                    <a16:creationId xmlns:a16="http://schemas.microsoft.com/office/drawing/2014/main" id="{FE81B976-7FD6-F5B0-C998-FA0B1ED032F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596068" y="1133222"/>
                <a:ext cx="274320" cy="274320"/>
                <a:chOff x="886691" y="655782"/>
                <a:chExt cx="452582" cy="452582"/>
              </a:xfrm>
            </p:grpSpPr>
            <p:sp>
              <p:nvSpPr>
                <p:cNvPr id="312" name="Rectangle 311">
                  <a:extLst>
                    <a:ext uri="{FF2B5EF4-FFF2-40B4-BE49-F238E27FC236}">
                      <a16:creationId xmlns:a16="http://schemas.microsoft.com/office/drawing/2014/main" id="{386BD71A-2138-7FE1-9BE1-1E0E9FD07825}"/>
                    </a:ext>
                  </a:extLst>
                </p:cNvPr>
                <p:cNvSpPr/>
                <p:nvPr/>
              </p:nvSpPr>
              <p:spPr>
                <a:xfrm>
                  <a:off x="886691" y="655782"/>
                  <a:ext cx="452582" cy="4525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36C71540-BFD9-0235-AF2C-3C5A8F2A06AE}"/>
                    </a:ext>
                  </a:extLst>
                </p:cNvPr>
                <p:cNvSpPr/>
                <p:nvPr/>
              </p:nvSpPr>
              <p:spPr>
                <a:xfrm>
                  <a:off x="1076181" y="844984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F6917672-A171-0291-6934-4434C920691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868188" y="1133222"/>
                <a:ext cx="274320" cy="274320"/>
                <a:chOff x="2080780" y="1293957"/>
                <a:chExt cx="452582" cy="452582"/>
              </a:xfrm>
            </p:grpSpPr>
            <p:sp>
              <p:nvSpPr>
                <p:cNvPr id="315" name="Rectangle 314">
                  <a:extLst>
                    <a:ext uri="{FF2B5EF4-FFF2-40B4-BE49-F238E27FC236}">
                      <a16:creationId xmlns:a16="http://schemas.microsoft.com/office/drawing/2014/main" id="{F7BBAFDA-9EC6-4084-9312-E08C3589FEE3}"/>
                    </a:ext>
                  </a:extLst>
                </p:cNvPr>
                <p:cNvSpPr/>
                <p:nvPr/>
              </p:nvSpPr>
              <p:spPr>
                <a:xfrm>
                  <a:off x="2080780" y="1293957"/>
                  <a:ext cx="452582" cy="45258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8F2AD0FD-BCC2-BCCD-1B6E-857A78F5BCE6}"/>
                    </a:ext>
                  </a:extLst>
                </p:cNvPr>
                <p:cNvSpPr/>
                <p:nvPr/>
              </p:nvSpPr>
              <p:spPr>
                <a:xfrm>
                  <a:off x="2158640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69B0100D-0848-C08A-20BE-179DB9242658}"/>
                    </a:ext>
                  </a:extLst>
                </p:cNvPr>
                <p:cNvSpPr/>
                <p:nvPr/>
              </p:nvSpPr>
              <p:spPr>
                <a:xfrm>
                  <a:off x="2391900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6FFA8F61-A4F4-5D29-D603-CF9BC0366B8B}"/>
                    </a:ext>
                  </a:extLst>
                </p:cNvPr>
                <p:cNvSpPr/>
                <p:nvPr/>
              </p:nvSpPr>
              <p:spPr>
                <a:xfrm>
                  <a:off x="2158640" y="159543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1F152628-170A-7083-EC7C-D95CC6912767}"/>
                    </a:ext>
                  </a:extLst>
                </p:cNvPr>
                <p:cNvSpPr/>
                <p:nvPr/>
              </p:nvSpPr>
              <p:spPr>
                <a:xfrm>
                  <a:off x="2391900" y="159543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66DC28C3-8DA8-ED8D-123A-474A97A5066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596068" y="1407044"/>
                <a:ext cx="274320" cy="274320"/>
                <a:chOff x="927966" y="1293957"/>
                <a:chExt cx="452582" cy="452582"/>
              </a:xfrm>
            </p:grpSpPr>
            <p:sp>
              <p:nvSpPr>
                <p:cNvPr id="321" name="Rectangle 320">
                  <a:extLst>
                    <a:ext uri="{FF2B5EF4-FFF2-40B4-BE49-F238E27FC236}">
                      <a16:creationId xmlns:a16="http://schemas.microsoft.com/office/drawing/2014/main" id="{5E91D25C-9E9D-047E-9C6F-12ECCC2003B6}"/>
                    </a:ext>
                  </a:extLst>
                </p:cNvPr>
                <p:cNvSpPr/>
                <p:nvPr/>
              </p:nvSpPr>
              <p:spPr>
                <a:xfrm>
                  <a:off x="927966" y="1293957"/>
                  <a:ext cx="452582" cy="4525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2" name="Oval 321">
                  <a:extLst>
                    <a:ext uri="{FF2B5EF4-FFF2-40B4-BE49-F238E27FC236}">
                      <a16:creationId xmlns:a16="http://schemas.microsoft.com/office/drawing/2014/main" id="{D597A2BC-99C3-AD65-AB2F-4069A617B687}"/>
                    </a:ext>
                  </a:extLst>
                </p:cNvPr>
                <p:cNvSpPr/>
                <p:nvPr/>
              </p:nvSpPr>
              <p:spPr>
                <a:xfrm>
                  <a:off x="1002001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3" name="Oval 322">
                  <a:extLst>
                    <a:ext uri="{FF2B5EF4-FFF2-40B4-BE49-F238E27FC236}">
                      <a16:creationId xmlns:a16="http://schemas.microsoft.com/office/drawing/2014/main" id="{FDDE3B26-9547-110E-DAB3-0F72ECAE4839}"/>
                    </a:ext>
                  </a:extLst>
                </p:cNvPr>
                <p:cNvSpPr/>
                <p:nvPr/>
              </p:nvSpPr>
              <p:spPr>
                <a:xfrm>
                  <a:off x="1228868" y="15915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AF5E9B8B-2F42-6CEF-8470-3F1FC7256AB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868188" y="1407042"/>
                <a:ext cx="274320" cy="274320"/>
                <a:chOff x="1532804" y="1293957"/>
                <a:chExt cx="452582" cy="452582"/>
              </a:xfrm>
            </p:grpSpPr>
            <p:sp>
              <p:nvSpPr>
                <p:cNvPr id="325" name="Rectangle 324">
                  <a:extLst>
                    <a:ext uri="{FF2B5EF4-FFF2-40B4-BE49-F238E27FC236}">
                      <a16:creationId xmlns:a16="http://schemas.microsoft.com/office/drawing/2014/main" id="{2F478ADC-0CDD-DD05-31BE-9367395422B5}"/>
                    </a:ext>
                  </a:extLst>
                </p:cNvPr>
                <p:cNvSpPr/>
                <p:nvPr/>
              </p:nvSpPr>
              <p:spPr>
                <a:xfrm>
                  <a:off x="1532804" y="1293957"/>
                  <a:ext cx="452582" cy="45258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623AFDFC-51FC-8240-F0B2-440A01608F77}"/>
                    </a:ext>
                  </a:extLst>
                </p:cNvPr>
                <p:cNvSpPr/>
                <p:nvPr/>
              </p:nvSpPr>
              <p:spPr>
                <a:xfrm>
                  <a:off x="1597892" y="13616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CAABD4A2-A8D6-B0B8-C4C6-1A2A99FEDD09}"/>
                    </a:ext>
                  </a:extLst>
                </p:cNvPr>
                <p:cNvSpPr/>
                <p:nvPr/>
              </p:nvSpPr>
              <p:spPr>
                <a:xfrm>
                  <a:off x="1717964" y="1482869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680251F2-244C-E6FA-451E-51F055FAAC30}"/>
                    </a:ext>
                  </a:extLst>
                </p:cNvPr>
                <p:cNvSpPr/>
                <p:nvPr/>
              </p:nvSpPr>
              <p:spPr>
                <a:xfrm>
                  <a:off x="1840205" y="1604965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F1AC8620-C9E7-8852-F6CE-08161F626D7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596068" y="1681834"/>
                <a:ext cx="274320" cy="274320"/>
                <a:chOff x="1532804" y="1293957"/>
                <a:chExt cx="452582" cy="452582"/>
              </a:xfrm>
            </p:grpSpPr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CBB887E3-3FC8-88AB-34B8-1136155FCA41}"/>
                    </a:ext>
                  </a:extLst>
                </p:cNvPr>
                <p:cNvSpPr/>
                <p:nvPr/>
              </p:nvSpPr>
              <p:spPr>
                <a:xfrm>
                  <a:off x="1532804" y="1293957"/>
                  <a:ext cx="452582" cy="4525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3CBE725D-D2DE-8A18-9246-0A57DBB84421}"/>
                    </a:ext>
                  </a:extLst>
                </p:cNvPr>
                <p:cNvSpPr/>
                <p:nvPr/>
              </p:nvSpPr>
              <p:spPr>
                <a:xfrm>
                  <a:off x="1597892" y="13616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008FB76D-65D6-4B85-990E-74D910651F24}"/>
                    </a:ext>
                  </a:extLst>
                </p:cNvPr>
                <p:cNvSpPr/>
                <p:nvPr/>
              </p:nvSpPr>
              <p:spPr>
                <a:xfrm>
                  <a:off x="1717964" y="1482869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3DDAF6EC-DB3E-FBDF-F561-532352813ED7}"/>
                    </a:ext>
                  </a:extLst>
                </p:cNvPr>
                <p:cNvSpPr/>
                <p:nvPr/>
              </p:nvSpPr>
              <p:spPr>
                <a:xfrm>
                  <a:off x="1840205" y="1604965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ED26FD2D-317F-4BD4-3CF0-192F19DC64F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868188" y="1680801"/>
                <a:ext cx="274320" cy="274320"/>
                <a:chOff x="927966" y="1293957"/>
                <a:chExt cx="452582" cy="452582"/>
              </a:xfrm>
            </p:grpSpPr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908C7159-B3DB-58CD-9705-B5F45DA0AD36}"/>
                    </a:ext>
                  </a:extLst>
                </p:cNvPr>
                <p:cNvSpPr/>
                <p:nvPr/>
              </p:nvSpPr>
              <p:spPr>
                <a:xfrm>
                  <a:off x="927966" y="1293957"/>
                  <a:ext cx="452582" cy="45258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F882B48C-0CD2-AF89-23A5-45F47857C514}"/>
                    </a:ext>
                  </a:extLst>
                </p:cNvPr>
                <p:cNvSpPr/>
                <p:nvPr/>
              </p:nvSpPr>
              <p:spPr>
                <a:xfrm>
                  <a:off x="1002001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D018C1BA-9775-34F8-CCAA-8CF5998DAE01}"/>
                    </a:ext>
                  </a:extLst>
                </p:cNvPr>
                <p:cNvSpPr/>
                <p:nvPr/>
              </p:nvSpPr>
              <p:spPr>
                <a:xfrm>
                  <a:off x="1228868" y="1591542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4" name="Group 343">
                <a:extLst>
                  <a:ext uri="{FF2B5EF4-FFF2-40B4-BE49-F238E27FC236}">
                    <a16:creationId xmlns:a16="http://schemas.microsoft.com/office/drawing/2014/main" id="{75357AA0-83F8-9C85-2736-C1FBF127BC6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596068" y="1955221"/>
                <a:ext cx="274320" cy="274320"/>
                <a:chOff x="2080780" y="1293957"/>
                <a:chExt cx="452582" cy="452582"/>
              </a:xfrm>
            </p:grpSpPr>
            <p:sp>
              <p:nvSpPr>
                <p:cNvPr id="345" name="Rectangle 344">
                  <a:extLst>
                    <a:ext uri="{FF2B5EF4-FFF2-40B4-BE49-F238E27FC236}">
                      <a16:creationId xmlns:a16="http://schemas.microsoft.com/office/drawing/2014/main" id="{F941F8EA-653D-4975-6AC2-41D25CCBB740}"/>
                    </a:ext>
                  </a:extLst>
                </p:cNvPr>
                <p:cNvSpPr/>
                <p:nvPr/>
              </p:nvSpPr>
              <p:spPr>
                <a:xfrm>
                  <a:off x="2080780" y="1293957"/>
                  <a:ext cx="452582" cy="4525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5CBE29FF-865F-6899-14FF-02996A6E5052}"/>
                    </a:ext>
                  </a:extLst>
                </p:cNvPr>
                <p:cNvSpPr/>
                <p:nvPr/>
              </p:nvSpPr>
              <p:spPr>
                <a:xfrm>
                  <a:off x="2158640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D5B1DB92-40F3-549B-32C2-4FBC6F907128}"/>
                    </a:ext>
                  </a:extLst>
                </p:cNvPr>
                <p:cNvSpPr/>
                <p:nvPr/>
              </p:nvSpPr>
              <p:spPr>
                <a:xfrm>
                  <a:off x="2391900" y="137015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43E3640D-3E15-90FE-7DB8-0114EF291F21}"/>
                    </a:ext>
                  </a:extLst>
                </p:cNvPr>
                <p:cNvSpPr/>
                <p:nvPr/>
              </p:nvSpPr>
              <p:spPr>
                <a:xfrm>
                  <a:off x="2158640" y="159543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EE97BD3B-AFC4-6B86-37D9-718BDCBC04A8}"/>
                    </a:ext>
                  </a:extLst>
                </p:cNvPr>
                <p:cNvSpPr/>
                <p:nvPr/>
              </p:nvSpPr>
              <p:spPr>
                <a:xfrm>
                  <a:off x="2391900" y="1595438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0" name="Group 349">
                <a:extLst>
                  <a:ext uri="{FF2B5EF4-FFF2-40B4-BE49-F238E27FC236}">
                    <a16:creationId xmlns:a16="http://schemas.microsoft.com/office/drawing/2014/main" id="{251D183A-9484-2FA4-C4D3-761D85C675A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868188" y="1955901"/>
                <a:ext cx="274320" cy="274320"/>
                <a:chOff x="886691" y="655782"/>
                <a:chExt cx="452582" cy="452582"/>
              </a:xfrm>
            </p:grpSpPr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C6569A7A-8B11-63CD-304E-6F1E593C93EE}"/>
                    </a:ext>
                  </a:extLst>
                </p:cNvPr>
                <p:cNvSpPr/>
                <p:nvPr/>
              </p:nvSpPr>
              <p:spPr>
                <a:xfrm>
                  <a:off x="886691" y="655782"/>
                  <a:ext cx="452582" cy="45258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C7B9C4F6-4DCE-9469-1821-9BAB73E2D4D4}"/>
                    </a:ext>
                  </a:extLst>
                </p:cNvPr>
                <p:cNvSpPr/>
                <p:nvPr/>
              </p:nvSpPr>
              <p:spPr>
                <a:xfrm>
                  <a:off x="1076181" y="844984"/>
                  <a:ext cx="73890" cy="7389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696" name="Group 695">
            <a:extLst>
              <a:ext uri="{FF2B5EF4-FFF2-40B4-BE49-F238E27FC236}">
                <a16:creationId xmlns:a16="http://schemas.microsoft.com/office/drawing/2014/main" id="{45ACBB79-BE25-CE01-B0A9-95D8F38738EC}"/>
              </a:ext>
            </a:extLst>
          </p:cNvPr>
          <p:cNvGrpSpPr/>
          <p:nvPr/>
        </p:nvGrpSpPr>
        <p:grpSpPr>
          <a:xfrm>
            <a:off x="6048669" y="480286"/>
            <a:ext cx="546425" cy="1370155"/>
            <a:chOff x="6048669" y="480286"/>
            <a:chExt cx="546425" cy="1370155"/>
          </a:xfrm>
        </p:grpSpPr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F049F871-0FCF-CB56-E9F2-4F5AB1829C0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48669" y="480286"/>
              <a:ext cx="274320" cy="274320"/>
              <a:chOff x="886691" y="655782"/>
              <a:chExt cx="452582" cy="452582"/>
            </a:xfrm>
          </p:grpSpPr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93AC51B3-6A29-3DFD-8D5B-E15FD986236C}"/>
                  </a:ext>
                </a:extLst>
              </p:cNvPr>
              <p:cNvSpPr/>
              <p:nvPr/>
            </p:nvSpPr>
            <p:spPr>
              <a:xfrm>
                <a:off x="886691" y="655782"/>
                <a:ext cx="452582" cy="4525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Oval 354">
                <a:extLst>
                  <a:ext uri="{FF2B5EF4-FFF2-40B4-BE49-F238E27FC236}">
                    <a16:creationId xmlns:a16="http://schemas.microsoft.com/office/drawing/2014/main" id="{98DEFE06-7BA6-0F14-DE0C-81362BE50696}"/>
                  </a:ext>
                </a:extLst>
              </p:cNvPr>
              <p:cNvSpPr/>
              <p:nvPr/>
            </p:nvSpPr>
            <p:spPr>
              <a:xfrm>
                <a:off x="1076181" y="844984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1A7CBC04-7F46-7248-9D48-EB6839DDB1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20774" y="480286"/>
              <a:ext cx="274320" cy="274320"/>
              <a:chOff x="2656752" y="1293957"/>
              <a:chExt cx="452582" cy="452582"/>
            </a:xfrm>
          </p:grpSpPr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ECD69F9F-5F9F-7E76-C686-53F0BD8EB977}"/>
                  </a:ext>
                </a:extLst>
              </p:cNvPr>
              <p:cNvSpPr/>
              <p:nvPr/>
            </p:nvSpPr>
            <p:spPr>
              <a:xfrm>
                <a:off x="2656752" y="1293957"/>
                <a:ext cx="452582" cy="4525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5987E877-9FB4-3052-7ECA-8E71DFD4072D}"/>
                  </a:ext>
                </a:extLst>
              </p:cNvPr>
              <p:cNvSpPr/>
              <p:nvPr/>
            </p:nvSpPr>
            <p:spPr>
              <a:xfrm>
                <a:off x="2723719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Oval 358">
                <a:extLst>
                  <a:ext uri="{FF2B5EF4-FFF2-40B4-BE49-F238E27FC236}">
                    <a16:creationId xmlns:a16="http://schemas.microsoft.com/office/drawing/2014/main" id="{C778A18F-A12A-D205-05E6-FA34448A5BB0}"/>
                  </a:ext>
                </a:extLst>
              </p:cNvPr>
              <p:cNvSpPr/>
              <p:nvPr/>
            </p:nvSpPr>
            <p:spPr>
              <a:xfrm>
                <a:off x="2972705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Oval 359">
                <a:extLst>
                  <a:ext uri="{FF2B5EF4-FFF2-40B4-BE49-F238E27FC236}">
                    <a16:creationId xmlns:a16="http://schemas.microsoft.com/office/drawing/2014/main" id="{4C7C4D6B-73DB-866E-96FB-7223CD81A06C}"/>
                  </a:ext>
                </a:extLst>
              </p:cNvPr>
              <p:cNvSpPr/>
              <p:nvPr/>
            </p:nvSpPr>
            <p:spPr>
              <a:xfrm>
                <a:off x="2972705" y="1615282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Oval 360">
                <a:extLst>
                  <a:ext uri="{FF2B5EF4-FFF2-40B4-BE49-F238E27FC236}">
                    <a16:creationId xmlns:a16="http://schemas.microsoft.com/office/drawing/2014/main" id="{ED0C6DD6-FBAA-EC60-28FD-E79D1DAF9043}"/>
                  </a:ext>
                </a:extLst>
              </p:cNvPr>
              <p:cNvSpPr/>
              <p:nvPr/>
            </p:nvSpPr>
            <p:spPr>
              <a:xfrm>
                <a:off x="2718902" y="1615282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Oval 361">
                <a:extLst>
                  <a:ext uri="{FF2B5EF4-FFF2-40B4-BE49-F238E27FC236}">
                    <a16:creationId xmlns:a16="http://schemas.microsoft.com/office/drawing/2014/main" id="{530ABD5B-FE4F-1F5C-F170-07F86707C0D4}"/>
                  </a:ext>
                </a:extLst>
              </p:cNvPr>
              <p:cNvSpPr/>
              <p:nvPr/>
            </p:nvSpPr>
            <p:spPr>
              <a:xfrm>
                <a:off x="2844799" y="1482869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F4609C71-FF9E-C76A-085A-DFCF1CFF3BA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48669" y="755530"/>
              <a:ext cx="274320" cy="274320"/>
              <a:chOff x="927966" y="1293957"/>
              <a:chExt cx="452582" cy="452582"/>
            </a:xfrm>
          </p:grpSpPr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4A979C9B-10D0-6837-57D4-B420A00D0C4A}"/>
                  </a:ext>
                </a:extLst>
              </p:cNvPr>
              <p:cNvSpPr/>
              <p:nvPr/>
            </p:nvSpPr>
            <p:spPr>
              <a:xfrm>
                <a:off x="927966" y="1293957"/>
                <a:ext cx="452582" cy="4525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35A76A55-8048-F0C3-2163-F297D0EF4082}"/>
                  </a:ext>
                </a:extLst>
              </p:cNvPr>
              <p:cNvSpPr/>
              <p:nvPr/>
            </p:nvSpPr>
            <p:spPr>
              <a:xfrm>
                <a:off x="1002001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077A0DD0-88B7-47DB-1868-9A3C49100FD4}"/>
                  </a:ext>
                </a:extLst>
              </p:cNvPr>
              <p:cNvSpPr/>
              <p:nvPr/>
            </p:nvSpPr>
            <p:spPr>
              <a:xfrm>
                <a:off x="1228868" y="1591542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D7E6A89-C767-7A2F-CB78-FC08C4AED1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20774" y="755530"/>
              <a:ext cx="274320" cy="274320"/>
              <a:chOff x="2080780" y="1293957"/>
              <a:chExt cx="452582" cy="452582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CCE510F9-CC85-B163-4524-849AD2181A00}"/>
                  </a:ext>
                </a:extLst>
              </p:cNvPr>
              <p:cNvSpPr/>
              <p:nvPr/>
            </p:nvSpPr>
            <p:spPr>
              <a:xfrm>
                <a:off x="2080780" y="1293957"/>
                <a:ext cx="452582" cy="4525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Oval 368">
                <a:extLst>
                  <a:ext uri="{FF2B5EF4-FFF2-40B4-BE49-F238E27FC236}">
                    <a16:creationId xmlns:a16="http://schemas.microsoft.com/office/drawing/2014/main" id="{FD079CC3-9B44-9C96-1342-A79664C4C748}"/>
                  </a:ext>
                </a:extLst>
              </p:cNvPr>
              <p:cNvSpPr/>
              <p:nvPr/>
            </p:nvSpPr>
            <p:spPr>
              <a:xfrm>
                <a:off x="2158640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CA48E1E4-B1E5-7356-C0A7-3495CDF9E181}"/>
                  </a:ext>
                </a:extLst>
              </p:cNvPr>
              <p:cNvSpPr/>
              <p:nvPr/>
            </p:nvSpPr>
            <p:spPr>
              <a:xfrm>
                <a:off x="2391900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Oval 370">
                <a:extLst>
                  <a:ext uri="{FF2B5EF4-FFF2-40B4-BE49-F238E27FC236}">
                    <a16:creationId xmlns:a16="http://schemas.microsoft.com/office/drawing/2014/main" id="{CD155AEC-2FB2-8198-A8BA-B6D3C58E7ECC}"/>
                  </a:ext>
                </a:extLst>
              </p:cNvPr>
              <p:cNvSpPr/>
              <p:nvPr/>
            </p:nvSpPr>
            <p:spPr>
              <a:xfrm>
                <a:off x="2158640" y="159543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Oval 371">
                <a:extLst>
                  <a:ext uri="{FF2B5EF4-FFF2-40B4-BE49-F238E27FC236}">
                    <a16:creationId xmlns:a16="http://schemas.microsoft.com/office/drawing/2014/main" id="{EFA5C338-24B6-446A-B8C2-C1F2DB1B7B36}"/>
                  </a:ext>
                </a:extLst>
              </p:cNvPr>
              <p:cNvSpPr/>
              <p:nvPr/>
            </p:nvSpPr>
            <p:spPr>
              <a:xfrm>
                <a:off x="2391900" y="159543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3" name="Group 372">
              <a:extLst>
                <a:ext uri="{FF2B5EF4-FFF2-40B4-BE49-F238E27FC236}">
                  <a16:creationId xmlns:a16="http://schemas.microsoft.com/office/drawing/2014/main" id="{F72AA9F4-D4AD-6A31-75A9-E0A0E9184E8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48669" y="1027159"/>
              <a:ext cx="274320" cy="274320"/>
              <a:chOff x="1532804" y="1293957"/>
              <a:chExt cx="452582" cy="452582"/>
            </a:xfrm>
          </p:grpSpPr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57741C27-C355-755E-5A95-84CAE71AC867}"/>
                  </a:ext>
                </a:extLst>
              </p:cNvPr>
              <p:cNvSpPr/>
              <p:nvPr/>
            </p:nvSpPr>
            <p:spPr>
              <a:xfrm>
                <a:off x="1532804" y="1293957"/>
                <a:ext cx="452582" cy="4525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Oval 374">
                <a:extLst>
                  <a:ext uri="{FF2B5EF4-FFF2-40B4-BE49-F238E27FC236}">
                    <a16:creationId xmlns:a16="http://schemas.microsoft.com/office/drawing/2014/main" id="{1EA73C57-9428-AB54-4A3C-A32E5A5155C4}"/>
                  </a:ext>
                </a:extLst>
              </p:cNvPr>
              <p:cNvSpPr/>
              <p:nvPr/>
            </p:nvSpPr>
            <p:spPr>
              <a:xfrm>
                <a:off x="1597892" y="1361642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Oval 375">
                <a:extLst>
                  <a:ext uri="{FF2B5EF4-FFF2-40B4-BE49-F238E27FC236}">
                    <a16:creationId xmlns:a16="http://schemas.microsoft.com/office/drawing/2014/main" id="{5833F471-8D7E-0C05-23B5-62FBD328914F}"/>
                  </a:ext>
                </a:extLst>
              </p:cNvPr>
              <p:cNvSpPr/>
              <p:nvPr/>
            </p:nvSpPr>
            <p:spPr>
              <a:xfrm>
                <a:off x="1717964" y="1482869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Oval 376">
                <a:extLst>
                  <a:ext uri="{FF2B5EF4-FFF2-40B4-BE49-F238E27FC236}">
                    <a16:creationId xmlns:a16="http://schemas.microsoft.com/office/drawing/2014/main" id="{F6796A8A-0951-2C1E-0E42-7AAD7F18FE7B}"/>
                  </a:ext>
                </a:extLst>
              </p:cNvPr>
              <p:cNvSpPr/>
              <p:nvPr/>
            </p:nvSpPr>
            <p:spPr>
              <a:xfrm>
                <a:off x="1840205" y="1604965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0BEA023E-7880-134B-6677-D29E1A87EB9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20774" y="1027159"/>
              <a:ext cx="274320" cy="274320"/>
              <a:chOff x="1532804" y="1293957"/>
              <a:chExt cx="452582" cy="452582"/>
            </a:xfrm>
          </p:grpSpPr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36131999-6A14-19AE-7E13-30020846B9F5}"/>
                  </a:ext>
                </a:extLst>
              </p:cNvPr>
              <p:cNvSpPr/>
              <p:nvPr/>
            </p:nvSpPr>
            <p:spPr>
              <a:xfrm>
                <a:off x="1532804" y="1293957"/>
                <a:ext cx="452582" cy="4525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Oval 379">
                <a:extLst>
                  <a:ext uri="{FF2B5EF4-FFF2-40B4-BE49-F238E27FC236}">
                    <a16:creationId xmlns:a16="http://schemas.microsoft.com/office/drawing/2014/main" id="{1EE3B1E8-4AD6-55F9-1424-1B979827B2F1}"/>
                  </a:ext>
                </a:extLst>
              </p:cNvPr>
              <p:cNvSpPr/>
              <p:nvPr/>
            </p:nvSpPr>
            <p:spPr>
              <a:xfrm>
                <a:off x="1597892" y="1361642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Oval 380">
                <a:extLst>
                  <a:ext uri="{FF2B5EF4-FFF2-40B4-BE49-F238E27FC236}">
                    <a16:creationId xmlns:a16="http://schemas.microsoft.com/office/drawing/2014/main" id="{8D9F5DBF-3567-C18D-B50E-D3B724C7EA32}"/>
                  </a:ext>
                </a:extLst>
              </p:cNvPr>
              <p:cNvSpPr/>
              <p:nvPr/>
            </p:nvSpPr>
            <p:spPr>
              <a:xfrm>
                <a:off x="1717964" y="1482869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AA2CD0EE-A856-6C03-FB07-0CA5545C2179}"/>
                  </a:ext>
                </a:extLst>
              </p:cNvPr>
              <p:cNvSpPr/>
              <p:nvPr/>
            </p:nvSpPr>
            <p:spPr>
              <a:xfrm>
                <a:off x="1840205" y="1604965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97C4A6A0-A71A-8BCF-DBC9-2F43B31E66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48669" y="1302061"/>
              <a:ext cx="274320" cy="274320"/>
              <a:chOff x="2080780" y="1293957"/>
              <a:chExt cx="452582" cy="452582"/>
            </a:xfrm>
          </p:grpSpPr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55600748-04F5-A35B-4420-8C75BE0ADB6D}"/>
                  </a:ext>
                </a:extLst>
              </p:cNvPr>
              <p:cNvSpPr/>
              <p:nvPr/>
            </p:nvSpPr>
            <p:spPr>
              <a:xfrm>
                <a:off x="2080780" y="1293957"/>
                <a:ext cx="452582" cy="4525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C7D45D78-31FC-2D32-8058-D87E69709A21}"/>
                  </a:ext>
                </a:extLst>
              </p:cNvPr>
              <p:cNvSpPr/>
              <p:nvPr/>
            </p:nvSpPr>
            <p:spPr>
              <a:xfrm>
                <a:off x="2158640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Oval 385">
                <a:extLst>
                  <a:ext uri="{FF2B5EF4-FFF2-40B4-BE49-F238E27FC236}">
                    <a16:creationId xmlns:a16="http://schemas.microsoft.com/office/drawing/2014/main" id="{C99EE677-2308-A793-BCD4-55E467206ED4}"/>
                  </a:ext>
                </a:extLst>
              </p:cNvPr>
              <p:cNvSpPr/>
              <p:nvPr/>
            </p:nvSpPr>
            <p:spPr>
              <a:xfrm>
                <a:off x="2391900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7" name="Oval 386">
                <a:extLst>
                  <a:ext uri="{FF2B5EF4-FFF2-40B4-BE49-F238E27FC236}">
                    <a16:creationId xmlns:a16="http://schemas.microsoft.com/office/drawing/2014/main" id="{3B0B8AA4-75AE-9982-05C8-83E9583015E1}"/>
                  </a:ext>
                </a:extLst>
              </p:cNvPr>
              <p:cNvSpPr/>
              <p:nvPr/>
            </p:nvSpPr>
            <p:spPr>
              <a:xfrm>
                <a:off x="2158640" y="159543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6729E685-6F78-C865-A99C-3A133419AB4B}"/>
                  </a:ext>
                </a:extLst>
              </p:cNvPr>
              <p:cNvSpPr/>
              <p:nvPr/>
            </p:nvSpPr>
            <p:spPr>
              <a:xfrm>
                <a:off x="2391900" y="159543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591BB038-0161-5C4B-6103-5CA5120D5C3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20774" y="1302061"/>
              <a:ext cx="274320" cy="274320"/>
              <a:chOff x="927966" y="1293957"/>
              <a:chExt cx="452582" cy="452582"/>
            </a:xfrm>
          </p:grpSpPr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B4DA7AC6-13A5-F0F1-5D2F-D3353A63DEA7}"/>
                  </a:ext>
                </a:extLst>
              </p:cNvPr>
              <p:cNvSpPr/>
              <p:nvPr/>
            </p:nvSpPr>
            <p:spPr>
              <a:xfrm>
                <a:off x="927966" y="1293957"/>
                <a:ext cx="452582" cy="4525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82330811-32AC-2CA7-4318-9CBC4E43ABBA}"/>
                  </a:ext>
                </a:extLst>
              </p:cNvPr>
              <p:cNvSpPr/>
              <p:nvPr/>
            </p:nvSpPr>
            <p:spPr>
              <a:xfrm>
                <a:off x="1002001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Oval 391">
                <a:extLst>
                  <a:ext uri="{FF2B5EF4-FFF2-40B4-BE49-F238E27FC236}">
                    <a16:creationId xmlns:a16="http://schemas.microsoft.com/office/drawing/2014/main" id="{F2587A80-5157-6EF1-1124-D0EE5B6EF184}"/>
                  </a:ext>
                </a:extLst>
              </p:cNvPr>
              <p:cNvSpPr/>
              <p:nvPr/>
            </p:nvSpPr>
            <p:spPr>
              <a:xfrm>
                <a:off x="1228868" y="1591542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8801BB6F-4543-9A86-0DDC-B6356D03349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48669" y="1576121"/>
              <a:ext cx="274320" cy="274320"/>
              <a:chOff x="2656752" y="1293957"/>
              <a:chExt cx="452582" cy="452582"/>
            </a:xfrm>
          </p:grpSpPr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29DEDA31-F103-C067-83D8-2232DADEAE13}"/>
                  </a:ext>
                </a:extLst>
              </p:cNvPr>
              <p:cNvSpPr/>
              <p:nvPr/>
            </p:nvSpPr>
            <p:spPr>
              <a:xfrm>
                <a:off x="2656752" y="1293957"/>
                <a:ext cx="452582" cy="4525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Oval 394">
                <a:extLst>
                  <a:ext uri="{FF2B5EF4-FFF2-40B4-BE49-F238E27FC236}">
                    <a16:creationId xmlns:a16="http://schemas.microsoft.com/office/drawing/2014/main" id="{C7C983B9-C62B-4AF8-EC9E-E4CC866A5591}"/>
                  </a:ext>
                </a:extLst>
              </p:cNvPr>
              <p:cNvSpPr/>
              <p:nvPr/>
            </p:nvSpPr>
            <p:spPr>
              <a:xfrm>
                <a:off x="2723719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Oval 395">
                <a:extLst>
                  <a:ext uri="{FF2B5EF4-FFF2-40B4-BE49-F238E27FC236}">
                    <a16:creationId xmlns:a16="http://schemas.microsoft.com/office/drawing/2014/main" id="{BB06CD78-A7F9-4B45-CAE2-E71CDD87052B}"/>
                  </a:ext>
                </a:extLst>
              </p:cNvPr>
              <p:cNvSpPr/>
              <p:nvPr/>
            </p:nvSpPr>
            <p:spPr>
              <a:xfrm>
                <a:off x="2972705" y="1370158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Oval 396">
                <a:extLst>
                  <a:ext uri="{FF2B5EF4-FFF2-40B4-BE49-F238E27FC236}">
                    <a16:creationId xmlns:a16="http://schemas.microsoft.com/office/drawing/2014/main" id="{948D04D3-6385-ABC0-73A7-442D3E20401F}"/>
                  </a:ext>
                </a:extLst>
              </p:cNvPr>
              <p:cNvSpPr/>
              <p:nvPr/>
            </p:nvSpPr>
            <p:spPr>
              <a:xfrm>
                <a:off x="2972705" y="1615282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15A622FC-F998-E937-7C6D-3827B4880736}"/>
                  </a:ext>
                </a:extLst>
              </p:cNvPr>
              <p:cNvSpPr/>
              <p:nvPr/>
            </p:nvSpPr>
            <p:spPr>
              <a:xfrm>
                <a:off x="2718902" y="1615282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Oval 398">
                <a:extLst>
                  <a:ext uri="{FF2B5EF4-FFF2-40B4-BE49-F238E27FC236}">
                    <a16:creationId xmlns:a16="http://schemas.microsoft.com/office/drawing/2014/main" id="{2E510D4B-9897-7A9A-5B6F-23AF1334F618}"/>
                  </a:ext>
                </a:extLst>
              </p:cNvPr>
              <p:cNvSpPr/>
              <p:nvPr/>
            </p:nvSpPr>
            <p:spPr>
              <a:xfrm>
                <a:off x="2844799" y="1482869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1C7BC4EA-62EC-A136-6CBE-019C1723A9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20774" y="1576121"/>
              <a:ext cx="274320" cy="274320"/>
              <a:chOff x="886691" y="655782"/>
              <a:chExt cx="452582" cy="452582"/>
            </a:xfrm>
          </p:grpSpPr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6A03D38D-A0DE-33AD-5C72-9E429C251E2D}"/>
                  </a:ext>
                </a:extLst>
              </p:cNvPr>
              <p:cNvSpPr/>
              <p:nvPr/>
            </p:nvSpPr>
            <p:spPr>
              <a:xfrm>
                <a:off x="886691" y="655782"/>
                <a:ext cx="452582" cy="4525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53E4B975-E236-FF4E-EFBC-AC592D68433E}"/>
                  </a:ext>
                </a:extLst>
              </p:cNvPr>
              <p:cNvSpPr/>
              <p:nvPr/>
            </p:nvSpPr>
            <p:spPr>
              <a:xfrm>
                <a:off x="1076181" y="844984"/>
                <a:ext cx="73890" cy="73890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43F2BB5A-80FB-A52F-A6B0-1E404863F656}"/>
              </a:ext>
            </a:extLst>
          </p:cNvPr>
          <p:cNvGrpSpPr>
            <a:grpSpLocks noChangeAspect="1"/>
          </p:cNvGrpSpPr>
          <p:nvPr/>
        </p:nvGrpSpPr>
        <p:grpSpPr>
          <a:xfrm>
            <a:off x="7465627" y="451452"/>
            <a:ext cx="274320" cy="274320"/>
            <a:chOff x="886691" y="655782"/>
            <a:chExt cx="452582" cy="452582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B2527102-3229-F28D-5120-D843DDC78B8B}"/>
                </a:ext>
              </a:extLst>
            </p:cNvPr>
            <p:cNvSpPr/>
            <p:nvPr/>
          </p:nvSpPr>
          <p:spPr>
            <a:xfrm>
              <a:off x="886691" y="655782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64FACB06-D591-9D8D-88B7-636505C9F575}"/>
                </a:ext>
              </a:extLst>
            </p:cNvPr>
            <p:cNvSpPr/>
            <p:nvPr/>
          </p:nvSpPr>
          <p:spPr>
            <a:xfrm>
              <a:off x="1076181" y="84498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ADCB2BBE-7A95-99EB-136C-034D21E30130}"/>
              </a:ext>
            </a:extLst>
          </p:cNvPr>
          <p:cNvGrpSpPr>
            <a:grpSpLocks noChangeAspect="1"/>
          </p:cNvGrpSpPr>
          <p:nvPr/>
        </p:nvGrpSpPr>
        <p:grpSpPr>
          <a:xfrm>
            <a:off x="7738948" y="451452"/>
            <a:ext cx="274320" cy="274320"/>
            <a:chOff x="2656752" y="1786876"/>
            <a:chExt cx="452582" cy="452582"/>
          </a:xfrm>
        </p:grpSpPr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37D1347A-D9BD-569E-283A-3EEF3D949F49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5305DEAF-E991-CB08-5EEA-319BD88F6E97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20B309A-FFFA-9BD9-7DE0-4F01771378E1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46A27D76-3398-30DF-B882-F14361CF689E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AE28E1CD-6EF6-B69E-9CA5-1FBFB8C826F3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70A31592-4EB7-98A1-5B86-97237146C280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D7F130D6-828A-D496-54A1-A9B068F36926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7C56B2B0-1EBF-3CCB-651B-33AF9E462217}"/>
              </a:ext>
            </a:extLst>
          </p:cNvPr>
          <p:cNvGrpSpPr>
            <a:grpSpLocks noChangeAspect="1"/>
          </p:cNvGrpSpPr>
          <p:nvPr/>
        </p:nvGrpSpPr>
        <p:grpSpPr>
          <a:xfrm>
            <a:off x="7465627" y="725857"/>
            <a:ext cx="274320" cy="274320"/>
            <a:chOff x="927966" y="1293957"/>
            <a:chExt cx="452582" cy="452582"/>
          </a:xfrm>
        </p:grpSpPr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3EA04DF6-5206-37DF-5C63-F7071DDBB24F}"/>
                </a:ext>
              </a:extLst>
            </p:cNvPr>
            <p:cNvSpPr/>
            <p:nvPr/>
          </p:nvSpPr>
          <p:spPr>
            <a:xfrm>
              <a:off x="927966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092B8038-2C4E-4256-4A44-6EC560DC15AB}"/>
                </a:ext>
              </a:extLst>
            </p:cNvPr>
            <p:cNvSpPr/>
            <p:nvPr/>
          </p:nvSpPr>
          <p:spPr>
            <a:xfrm>
              <a:off x="1002001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D9608B6C-1364-295B-BAD4-F224DFF23AA5}"/>
                </a:ext>
              </a:extLst>
            </p:cNvPr>
            <p:cNvSpPr/>
            <p:nvPr/>
          </p:nvSpPr>
          <p:spPr>
            <a:xfrm>
              <a:off x="1228868" y="15915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A48F43F5-2C53-EDA9-04D7-4E37DC69AF8F}"/>
              </a:ext>
            </a:extLst>
          </p:cNvPr>
          <p:cNvGrpSpPr>
            <a:grpSpLocks noChangeAspect="1"/>
          </p:cNvGrpSpPr>
          <p:nvPr/>
        </p:nvGrpSpPr>
        <p:grpSpPr>
          <a:xfrm>
            <a:off x="7738948" y="725857"/>
            <a:ext cx="274320" cy="274320"/>
            <a:chOff x="2656752" y="1293957"/>
            <a:chExt cx="452582" cy="452582"/>
          </a:xfrm>
        </p:grpSpPr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5130FB54-4EA1-7233-66DA-8F2A58CCC07C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FD199715-B5CE-5C34-9CBD-F9041413C044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C121D5E1-7DD1-91D8-A13E-849DBC4EA7D9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8DDD2EEE-B44D-5D05-F701-BAFAC10DD5E2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060FF59E-EB27-07DD-CF77-64A53EED01FD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05ABD5CF-8198-7E4B-CFFA-91852BD839C7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5EDBF214-E968-2769-CDD7-3B17FA827B5C}"/>
              </a:ext>
            </a:extLst>
          </p:cNvPr>
          <p:cNvGrpSpPr>
            <a:grpSpLocks noChangeAspect="1"/>
          </p:cNvGrpSpPr>
          <p:nvPr/>
        </p:nvGrpSpPr>
        <p:grpSpPr>
          <a:xfrm>
            <a:off x="7465627" y="1001153"/>
            <a:ext cx="274320" cy="274320"/>
            <a:chOff x="1532804" y="1293957"/>
            <a:chExt cx="452582" cy="452582"/>
          </a:xfrm>
        </p:grpSpPr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D674E502-971B-A3BB-9B32-A4D65377322A}"/>
                </a:ext>
              </a:extLst>
            </p:cNvPr>
            <p:cNvSpPr/>
            <p:nvPr/>
          </p:nvSpPr>
          <p:spPr>
            <a:xfrm>
              <a:off x="1532804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55679387-6720-3D71-4F9C-B7B5D9062D48}"/>
                </a:ext>
              </a:extLst>
            </p:cNvPr>
            <p:cNvSpPr/>
            <p:nvPr/>
          </p:nvSpPr>
          <p:spPr>
            <a:xfrm>
              <a:off x="1597892" y="13616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1A05E9DE-977A-AB4B-29F9-082F0BA86B42}"/>
                </a:ext>
              </a:extLst>
            </p:cNvPr>
            <p:cNvSpPr/>
            <p:nvPr/>
          </p:nvSpPr>
          <p:spPr>
            <a:xfrm>
              <a:off x="1717964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F67715D6-578D-C266-88D0-B4B4628FC3CB}"/>
                </a:ext>
              </a:extLst>
            </p:cNvPr>
            <p:cNvSpPr/>
            <p:nvPr/>
          </p:nvSpPr>
          <p:spPr>
            <a:xfrm>
              <a:off x="1840205" y="1604965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BB66F164-96AD-6328-0552-9CE121B50A5A}"/>
              </a:ext>
            </a:extLst>
          </p:cNvPr>
          <p:cNvGrpSpPr>
            <a:grpSpLocks noChangeAspect="1"/>
          </p:cNvGrpSpPr>
          <p:nvPr/>
        </p:nvGrpSpPr>
        <p:grpSpPr>
          <a:xfrm>
            <a:off x="7738948" y="1001153"/>
            <a:ext cx="274320" cy="274320"/>
            <a:chOff x="2080780" y="1293957"/>
            <a:chExt cx="452582" cy="452582"/>
          </a:xfrm>
        </p:grpSpPr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C14D3FA5-A89D-9D7B-659C-99964816E70A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1898BEEF-B52E-EF1B-81C5-E9FE36D8B84B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0A3EA777-94F6-039A-1724-1E645C2144B7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D643E426-E327-5D9F-3F09-6D505A6EEB40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D21E95E6-0DB9-4D97-3525-33F6DB08AE74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CEFB7CEB-BCCE-506C-33B8-FA04418AC7C2}"/>
              </a:ext>
            </a:extLst>
          </p:cNvPr>
          <p:cNvGrpSpPr>
            <a:grpSpLocks noChangeAspect="1"/>
          </p:cNvGrpSpPr>
          <p:nvPr/>
        </p:nvGrpSpPr>
        <p:grpSpPr>
          <a:xfrm>
            <a:off x="7465627" y="1276782"/>
            <a:ext cx="274320" cy="274320"/>
            <a:chOff x="2080780" y="1293957"/>
            <a:chExt cx="452582" cy="452582"/>
          </a:xfrm>
        </p:grpSpPr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9E4445FA-5C1C-A734-5F1E-069A227967D1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9EF78966-277D-57AF-657B-2F429FC49DBF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B62C1848-46BF-54C2-FC4E-052BF33B6380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02CE5097-202D-DDD0-EB1D-4F20B0455CB4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Oval 440">
              <a:extLst>
                <a:ext uri="{FF2B5EF4-FFF2-40B4-BE49-F238E27FC236}">
                  <a16:creationId xmlns:a16="http://schemas.microsoft.com/office/drawing/2014/main" id="{F3D00BCD-1235-2C2C-A3F4-7F6A78F4E481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496FC2AE-35DC-ADD5-7D4F-F6D257EB5E59}"/>
              </a:ext>
            </a:extLst>
          </p:cNvPr>
          <p:cNvGrpSpPr>
            <a:grpSpLocks noChangeAspect="1"/>
          </p:cNvGrpSpPr>
          <p:nvPr/>
        </p:nvGrpSpPr>
        <p:grpSpPr>
          <a:xfrm>
            <a:off x="7738948" y="1276782"/>
            <a:ext cx="274320" cy="274320"/>
            <a:chOff x="1532804" y="1293957"/>
            <a:chExt cx="452582" cy="452582"/>
          </a:xfrm>
        </p:grpSpPr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07A86C98-2DF8-B0DC-CD6D-7882E4B5ECDB}"/>
                </a:ext>
              </a:extLst>
            </p:cNvPr>
            <p:cNvSpPr/>
            <p:nvPr/>
          </p:nvSpPr>
          <p:spPr>
            <a:xfrm>
              <a:off x="1532804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2368E5C7-5078-27B5-BB12-EBE1F9DEDA76}"/>
                </a:ext>
              </a:extLst>
            </p:cNvPr>
            <p:cNvSpPr/>
            <p:nvPr/>
          </p:nvSpPr>
          <p:spPr>
            <a:xfrm>
              <a:off x="1597892" y="13616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EBC72489-380D-6652-4271-FB05F6D988A8}"/>
                </a:ext>
              </a:extLst>
            </p:cNvPr>
            <p:cNvSpPr/>
            <p:nvPr/>
          </p:nvSpPr>
          <p:spPr>
            <a:xfrm>
              <a:off x="1717964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0AC67031-22F1-44E7-9869-02E5756B641A}"/>
                </a:ext>
              </a:extLst>
            </p:cNvPr>
            <p:cNvSpPr/>
            <p:nvPr/>
          </p:nvSpPr>
          <p:spPr>
            <a:xfrm>
              <a:off x="1840205" y="1604965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82CE6CDF-D89C-0A95-F096-6ED3AC95E360}"/>
              </a:ext>
            </a:extLst>
          </p:cNvPr>
          <p:cNvGrpSpPr>
            <a:grpSpLocks noChangeAspect="1"/>
          </p:cNvGrpSpPr>
          <p:nvPr/>
        </p:nvGrpSpPr>
        <p:grpSpPr>
          <a:xfrm>
            <a:off x="7465627" y="1553728"/>
            <a:ext cx="274320" cy="274320"/>
            <a:chOff x="2656752" y="1293957"/>
            <a:chExt cx="452582" cy="452582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E05D73A3-BD14-9891-9F17-A221708DB791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772F9896-39A4-66DF-41F3-59B33DC31C97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FA7FF5AD-287E-D2C5-3829-DB8564D04523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D2D88221-0E9F-D2BA-A39B-1BA48B9D9685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054BA47A-D5FD-A028-9053-0231B65B4EAE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0F1B75C2-7D93-A1A7-1972-7AD2B1E09BE6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4E8C63A0-FFF5-CD0F-660B-CB53702957B6}"/>
              </a:ext>
            </a:extLst>
          </p:cNvPr>
          <p:cNvGrpSpPr>
            <a:grpSpLocks noChangeAspect="1"/>
          </p:cNvGrpSpPr>
          <p:nvPr/>
        </p:nvGrpSpPr>
        <p:grpSpPr>
          <a:xfrm>
            <a:off x="7738948" y="1553728"/>
            <a:ext cx="274320" cy="274320"/>
            <a:chOff x="927966" y="1293957"/>
            <a:chExt cx="452582" cy="452582"/>
          </a:xfrm>
        </p:grpSpPr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B5E4E5CB-A06F-672F-AD5D-C63BD811EA69}"/>
                </a:ext>
              </a:extLst>
            </p:cNvPr>
            <p:cNvSpPr/>
            <p:nvPr/>
          </p:nvSpPr>
          <p:spPr>
            <a:xfrm>
              <a:off x="927966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55A557D6-BD4C-1528-CDE3-C0B242939E48}"/>
                </a:ext>
              </a:extLst>
            </p:cNvPr>
            <p:cNvSpPr/>
            <p:nvPr/>
          </p:nvSpPr>
          <p:spPr>
            <a:xfrm>
              <a:off x="1002001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9DCFC1F8-94B6-5720-ABC7-D9096801EBFF}"/>
                </a:ext>
              </a:extLst>
            </p:cNvPr>
            <p:cNvSpPr/>
            <p:nvPr/>
          </p:nvSpPr>
          <p:spPr>
            <a:xfrm>
              <a:off x="1228868" y="15915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9FE8B89A-6452-00A4-7654-01D281D6F2ED}"/>
              </a:ext>
            </a:extLst>
          </p:cNvPr>
          <p:cNvGrpSpPr>
            <a:grpSpLocks noChangeAspect="1"/>
          </p:cNvGrpSpPr>
          <p:nvPr/>
        </p:nvGrpSpPr>
        <p:grpSpPr>
          <a:xfrm>
            <a:off x="7465627" y="1824631"/>
            <a:ext cx="274320" cy="274320"/>
            <a:chOff x="2656752" y="1786876"/>
            <a:chExt cx="452582" cy="452582"/>
          </a:xfrm>
        </p:grpSpPr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97C1ED7A-B8E0-8B77-A705-8DBD39D37013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6FD9EF6C-4CF7-B6C3-1EA6-06CFBDA5D52A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CFD09F72-F830-69A7-870D-FE5F608A347A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28AB4454-F2AF-D4EA-5052-C3FBDCD7E363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CC0ED583-13B6-BB43-CB64-4C571FBAA17E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1580A82E-EB0D-507F-4F9A-AD65A724F58F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3970652E-A411-08C1-DBA6-DAFF0BC9073F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02B586CE-4179-573D-1E83-6ED545B56D6D}"/>
              </a:ext>
            </a:extLst>
          </p:cNvPr>
          <p:cNvGrpSpPr>
            <a:grpSpLocks noChangeAspect="1"/>
          </p:cNvGrpSpPr>
          <p:nvPr/>
        </p:nvGrpSpPr>
        <p:grpSpPr>
          <a:xfrm>
            <a:off x="7738948" y="1824631"/>
            <a:ext cx="274320" cy="274320"/>
            <a:chOff x="886691" y="655782"/>
            <a:chExt cx="452582" cy="452582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0A2EBFB9-58D5-99CB-E865-F032AF717E78}"/>
                </a:ext>
              </a:extLst>
            </p:cNvPr>
            <p:cNvSpPr/>
            <p:nvPr/>
          </p:nvSpPr>
          <p:spPr>
            <a:xfrm>
              <a:off x="886691" y="655782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Oval 467">
              <a:extLst>
                <a:ext uri="{FF2B5EF4-FFF2-40B4-BE49-F238E27FC236}">
                  <a16:creationId xmlns:a16="http://schemas.microsoft.com/office/drawing/2014/main" id="{909B9B7B-C212-AE77-A705-91541644200C}"/>
                </a:ext>
              </a:extLst>
            </p:cNvPr>
            <p:cNvSpPr/>
            <p:nvPr/>
          </p:nvSpPr>
          <p:spPr>
            <a:xfrm>
              <a:off x="1076181" y="84498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880763BD-CAC9-FAD8-6783-574700F8CB3E}"/>
              </a:ext>
            </a:extLst>
          </p:cNvPr>
          <p:cNvGrpSpPr>
            <a:grpSpLocks noChangeAspect="1"/>
          </p:cNvGrpSpPr>
          <p:nvPr/>
        </p:nvGrpSpPr>
        <p:grpSpPr>
          <a:xfrm>
            <a:off x="8911947" y="427440"/>
            <a:ext cx="274320" cy="274320"/>
            <a:chOff x="927966" y="1293957"/>
            <a:chExt cx="452582" cy="452582"/>
          </a:xfrm>
        </p:grpSpPr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951EF703-1EFF-3B78-C5CA-2639E33AA679}"/>
                </a:ext>
              </a:extLst>
            </p:cNvPr>
            <p:cNvSpPr/>
            <p:nvPr/>
          </p:nvSpPr>
          <p:spPr>
            <a:xfrm>
              <a:off x="927966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Oval 470">
              <a:extLst>
                <a:ext uri="{FF2B5EF4-FFF2-40B4-BE49-F238E27FC236}">
                  <a16:creationId xmlns:a16="http://schemas.microsoft.com/office/drawing/2014/main" id="{533EEDF5-C5CE-DD5C-B11D-EFEE30168BFE}"/>
                </a:ext>
              </a:extLst>
            </p:cNvPr>
            <p:cNvSpPr/>
            <p:nvPr/>
          </p:nvSpPr>
          <p:spPr>
            <a:xfrm>
              <a:off x="1002001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7234ED26-D824-3926-874E-A090E032438C}"/>
                </a:ext>
              </a:extLst>
            </p:cNvPr>
            <p:cNvSpPr/>
            <p:nvPr/>
          </p:nvSpPr>
          <p:spPr>
            <a:xfrm>
              <a:off x="1228868" y="15915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99F7B604-0ABA-3F35-3963-912B6C5E16D1}"/>
              </a:ext>
            </a:extLst>
          </p:cNvPr>
          <p:cNvGrpSpPr>
            <a:grpSpLocks noChangeAspect="1"/>
          </p:cNvGrpSpPr>
          <p:nvPr/>
        </p:nvGrpSpPr>
        <p:grpSpPr>
          <a:xfrm>
            <a:off x="9321499" y="376563"/>
            <a:ext cx="274320" cy="274320"/>
            <a:chOff x="2656752" y="1786876"/>
            <a:chExt cx="452582" cy="452582"/>
          </a:xfrm>
        </p:grpSpPr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7406201C-C81B-876C-C286-AC218C9928A9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EA1DA880-9A7D-D7D5-5542-F8E31D7A83F6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4400BBEE-255E-D211-10BF-C4AF2DE0368D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F9A6930C-C517-2E44-3839-67ED2905E8B0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Oval 477">
              <a:extLst>
                <a:ext uri="{FF2B5EF4-FFF2-40B4-BE49-F238E27FC236}">
                  <a16:creationId xmlns:a16="http://schemas.microsoft.com/office/drawing/2014/main" id="{E1F2CF03-3E95-CD1A-2E74-8E61E72A8048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Oval 478">
              <a:extLst>
                <a:ext uri="{FF2B5EF4-FFF2-40B4-BE49-F238E27FC236}">
                  <a16:creationId xmlns:a16="http://schemas.microsoft.com/office/drawing/2014/main" id="{B7A81E34-A0E4-B64D-7C98-2B9D160C413C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Oval 479">
              <a:extLst>
                <a:ext uri="{FF2B5EF4-FFF2-40B4-BE49-F238E27FC236}">
                  <a16:creationId xmlns:a16="http://schemas.microsoft.com/office/drawing/2014/main" id="{044D50B5-35FC-2FCA-1AC6-9A2839E3FB57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BA2DAC8B-E344-83A6-B6F1-3F21C1746ACD}"/>
              </a:ext>
            </a:extLst>
          </p:cNvPr>
          <p:cNvGrpSpPr>
            <a:grpSpLocks noChangeAspect="1"/>
          </p:cNvGrpSpPr>
          <p:nvPr/>
        </p:nvGrpSpPr>
        <p:grpSpPr>
          <a:xfrm>
            <a:off x="8910563" y="892007"/>
            <a:ext cx="274320" cy="274320"/>
            <a:chOff x="1532804" y="1293957"/>
            <a:chExt cx="452582" cy="452582"/>
          </a:xfrm>
        </p:grpSpPr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7765A7BA-CE50-3B42-50A1-ACCF551DBDE2}"/>
                </a:ext>
              </a:extLst>
            </p:cNvPr>
            <p:cNvSpPr/>
            <p:nvPr/>
          </p:nvSpPr>
          <p:spPr>
            <a:xfrm>
              <a:off x="1532804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996372EB-4125-07B4-7BE8-401501B62EAF}"/>
                </a:ext>
              </a:extLst>
            </p:cNvPr>
            <p:cNvSpPr/>
            <p:nvPr/>
          </p:nvSpPr>
          <p:spPr>
            <a:xfrm>
              <a:off x="1597892" y="13616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4" name="Oval 483">
              <a:extLst>
                <a:ext uri="{FF2B5EF4-FFF2-40B4-BE49-F238E27FC236}">
                  <a16:creationId xmlns:a16="http://schemas.microsoft.com/office/drawing/2014/main" id="{B15406FF-BD0B-F1C6-ACCB-031E91219C6F}"/>
                </a:ext>
              </a:extLst>
            </p:cNvPr>
            <p:cNvSpPr/>
            <p:nvPr/>
          </p:nvSpPr>
          <p:spPr>
            <a:xfrm>
              <a:off x="1717964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Oval 484">
              <a:extLst>
                <a:ext uri="{FF2B5EF4-FFF2-40B4-BE49-F238E27FC236}">
                  <a16:creationId xmlns:a16="http://schemas.microsoft.com/office/drawing/2014/main" id="{48C3B054-696F-C745-9233-9D5F766097A5}"/>
                </a:ext>
              </a:extLst>
            </p:cNvPr>
            <p:cNvSpPr/>
            <p:nvPr/>
          </p:nvSpPr>
          <p:spPr>
            <a:xfrm>
              <a:off x="1840205" y="1604965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A41C3F31-A179-D270-89BD-B11CE1097022}"/>
              </a:ext>
            </a:extLst>
          </p:cNvPr>
          <p:cNvGrpSpPr>
            <a:grpSpLocks noChangeAspect="1"/>
          </p:cNvGrpSpPr>
          <p:nvPr/>
        </p:nvGrpSpPr>
        <p:grpSpPr>
          <a:xfrm>
            <a:off x="9247322" y="869830"/>
            <a:ext cx="274320" cy="274320"/>
            <a:chOff x="2656752" y="1293957"/>
            <a:chExt cx="452582" cy="452582"/>
          </a:xfrm>
        </p:grpSpPr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9B987957-62C8-B11E-290A-640552E71149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EDA5F9CC-902A-4227-C193-E49E8EBD6DCA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96C8BA70-FE6F-58A1-6BE5-B10776225ABE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676F13A7-7B36-D538-1F6A-9674BF35B7BE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Oval 490">
              <a:extLst>
                <a:ext uri="{FF2B5EF4-FFF2-40B4-BE49-F238E27FC236}">
                  <a16:creationId xmlns:a16="http://schemas.microsoft.com/office/drawing/2014/main" id="{E288DFA1-6FE5-1534-CCD6-7CA7D0F870ED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A027A169-8834-3840-CBBC-913F9A30198A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A5FAAFCB-B165-7E69-B130-ADA14F67EF4A}"/>
              </a:ext>
            </a:extLst>
          </p:cNvPr>
          <p:cNvGrpSpPr>
            <a:grpSpLocks noChangeAspect="1"/>
          </p:cNvGrpSpPr>
          <p:nvPr/>
        </p:nvGrpSpPr>
        <p:grpSpPr>
          <a:xfrm>
            <a:off x="8773403" y="1334991"/>
            <a:ext cx="274320" cy="274320"/>
            <a:chOff x="2080780" y="1293957"/>
            <a:chExt cx="452582" cy="452582"/>
          </a:xfrm>
        </p:grpSpPr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272F6F39-D9EB-5A0E-D55B-F59FF573B8E2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Oval 494">
              <a:extLst>
                <a:ext uri="{FF2B5EF4-FFF2-40B4-BE49-F238E27FC236}">
                  <a16:creationId xmlns:a16="http://schemas.microsoft.com/office/drawing/2014/main" id="{AFC20FE7-6ACD-5449-08C3-218C5C43D90C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BA411D55-1AFF-3C94-8279-CF6C0FDC5D9B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Oval 496">
              <a:extLst>
                <a:ext uri="{FF2B5EF4-FFF2-40B4-BE49-F238E27FC236}">
                  <a16:creationId xmlns:a16="http://schemas.microsoft.com/office/drawing/2014/main" id="{A4964B9B-BA88-DB61-09DA-80C4D7567077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Oval 497">
              <a:extLst>
                <a:ext uri="{FF2B5EF4-FFF2-40B4-BE49-F238E27FC236}">
                  <a16:creationId xmlns:a16="http://schemas.microsoft.com/office/drawing/2014/main" id="{E93062BF-038B-C96A-C7A8-63E6B4C4A9FC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112ECB01-589A-4E18-21DF-B1568C512F77}"/>
              </a:ext>
            </a:extLst>
          </p:cNvPr>
          <p:cNvGrpSpPr>
            <a:grpSpLocks noChangeAspect="1"/>
          </p:cNvGrpSpPr>
          <p:nvPr/>
        </p:nvGrpSpPr>
        <p:grpSpPr>
          <a:xfrm>
            <a:off x="9259323" y="1270980"/>
            <a:ext cx="274320" cy="274320"/>
            <a:chOff x="2080780" y="1293957"/>
            <a:chExt cx="452582" cy="452582"/>
          </a:xfrm>
        </p:grpSpPr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F748C95D-B87E-474E-ACDD-DCBB2CBC4E1B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1" name="Oval 500">
              <a:extLst>
                <a:ext uri="{FF2B5EF4-FFF2-40B4-BE49-F238E27FC236}">
                  <a16:creationId xmlns:a16="http://schemas.microsoft.com/office/drawing/2014/main" id="{134BFD82-4CA5-40DC-BD66-0DD71A2BF22F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Oval 501">
              <a:extLst>
                <a:ext uri="{FF2B5EF4-FFF2-40B4-BE49-F238E27FC236}">
                  <a16:creationId xmlns:a16="http://schemas.microsoft.com/office/drawing/2014/main" id="{B989B3A3-75B7-F336-F776-440FED542693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Oval 502">
              <a:extLst>
                <a:ext uri="{FF2B5EF4-FFF2-40B4-BE49-F238E27FC236}">
                  <a16:creationId xmlns:a16="http://schemas.microsoft.com/office/drawing/2014/main" id="{B71260BC-ACBB-E19F-E0BF-6598C4AEB9C2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09EDE8D9-F384-FD79-22B4-08000D395980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2B1777C1-2BB6-4C3F-6913-C7E661C97A6F}"/>
              </a:ext>
            </a:extLst>
          </p:cNvPr>
          <p:cNvGrpSpPr>
            <a:grpSpLocks noChangeAspect="1"/>
          </p:cNvGrpSpPr>
          <p:nvPr/>
        </p:nvGrpSpPr>
        <p:grpSpPr>
          <a:xfrm>
            <a:off x="8791787" y="1795550"/>
            <a:ext cx="274320" cy="274320"/>
            <a:chOff x="2656752" y="1293957"/>
            <a:chExt cx="452582" cy="452582"/>
          </a:xfrm>
        </p:grpSpPr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0179AE36-7576-E569-D84C-4F8A3A83FA9B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Oval 506">
              <a:extLst>
                <a:ext uri="{FF2B5EF4-FFF2-40B4-BE49-F238E27FC236}">
                  <a16:creationId xmlns:a16="http://schemas.microsoft.com/office/drawing/2014/main" id="{0188F5D2-0729-5776-B3D6-C46E05FE8330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Oval 507">
              <a:extLst>
                <a:ext uri="{FF2B5EF4-FFF2-40B4-BE49-F238E27FC236}">
                  <a16:creationId xmlns:a16="http://schemas.microsoft.com/office/drawing/2014/main" id="{052400BF-BCB5-B8DC-71E1-31D8128AD3BB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Oval 508">
              <a:extLst>
                <a:ext uri="{FF2B5EF4-FFF2-40B4-BE49-F238E27FC236}">
                  <a16:creationId xmlns:a16="http://schemas.microsoft.com/office/drawing/2014/main" id="{797346E9-0EB5-CC0C-B8D0-F6F03EC21739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Oval 509">
              <a:extLst>
                <a:ext uri="{FF2B5EF4-FFF2-40B4-BE49-F238E27FC236}">
                  <a16:creationId xmlns:a16="http://schemas.microsoft.com/office/drawing/2014/main" id="{B61105BC-3BE8-24D0-092E-8C56AA201742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93BD2656-6409-B4E5-D566-0D9B66354714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C310DE3D-BEA9-7899-0D37-7AD110AE992F}"/>
              </a:ext>
            </a:extLst>
          </p:cNvPr>
          <p:cNvGrpSpPr>
            <a:grpSpLocks noChangeAspect="1"/>
          </p:cNvGrpSpPr>
          <p:nvPr/>
        </p:nvGrpSpPr>
        <p:grpSpPr>
          <a:xfrm>
            <a:off x="9375845" y="2324979"/>
            <a:ext cx="274320" cy="274320"/>
            <a:chOff x="927966" y="1293957"/>
            <a:chExt cx="452582" cy="452582"/>
          </a:xfrm>
        </p:grpSpPr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A2DC2915-50D1-F65C-2048-85D08DBFD651}"/>
                </a:ext>
              </a:extLst>
            </p:cNvPr>
            <p:cNvSpPr/>
            <p:nvPr/>
          </p:nvSpPr>
          <p:spPr>
            <a:xfrm>
              <a:off x="927966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Oval 513">
              <a:extLst>
                <a:ext uri="{FF2B5EF4-FFF2-40B4-BE49-F238E27FC236}">
                  <a16:creationId xmlns:a16="http://schemas.microsoft.com/office/drawing/2014/main" id="{E132FBB9-8608-61A0-FE2F-ABBFA14D685C}"/>
                </a:ext>
              </a:extLst>
            </p:cNvPr>
            <p:cNvSpPr/>
            <p:nvPr/>
          </p:nvSpPr>
          <p:spPr>
            <a:xfrm>
              <a:off x="1002001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Oval 514">
              <a:extLst>
                <a:ext uri="{FF2B5EF4-FFF2-40B4-BE49-F238E27FC236}">
                  <a16:creationId xmlns:a16="http://schemas.microsoft.com/office/drawing/2014/main" id="{8FF0370C-F4C4-5B8D-187A-E36FEFD56791}"/>
                </a:ext>
              </a:extLst>
            </p:cNvPr>
            <p:cNvSpPr/>
            <p:nvPr/>
          </p:nvSpPr>
          <p:spPr>
            <a:xfrm>
              <a:off x="1228868" y="15915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04398027-E4DB-4279-EA5D-8B985B342E98}"/>
              </a:ext>
            </a:extLst>
          </p:cNvPr>
          <p:cNvGrpSpPr>
            <a:grpSpLocks noChangeAspect="1"/>
          </p:cNvGrpSpPr>
          <p:nvPr/>
        </p:nvGrpSpPr>
        <p:grpSpPr>
          <a:xfrm>
            <a:off x="9259323" y="1754984"/>
            <a:ext cx="274320" cy="274320"/>
            <a:chOff x="1532804" y="1293957"/>
            <a:chExt cx="452582" cy="452582"/>
          </a:xfrm>
        </p:grpSpPr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7E09B67F-3AD6-213C-8F64-146CBE62FB50}"/>
                </a:ext>
              </a:extLst>
            </p:cNvPr>
            <p:cNvSpPr/>
            <p:nvPr/>
          </p:nvSpPr>
          <p:spPr>
            <a:xfrm>
              <a:off x="1532804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B7C7B9E-7F61-F8F4-334F-47DBA1B958AB}"/>
                </a:ext>
              </a:extLst>
            </p:cNvPr>
            <p:cNvSpPr/>
            <p:nvPr/>
          </p:nvSpPr>
          <p:spPr>
            <a:xfrm>
              <a:off x="1597892" y="13616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55293BCD-3D57-73B8-BCB7-28E080DB4531}"/>
                </a:ext>
              </a:extLst>
            </p:cNvPr>
            <p:cNvSpPr/>
            <p:nvPr/>
          </p:nvSpPr>
          <p:spPr>
            <a:xfrm>
              <a:off x="1717964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55F3D7D9-FFB2-B43D-0CE4-B6C04D80FDFD}"/>
                </a:ext>
              </a:extLst>
            </p:cNvPr>
            <p:cNvSpPr/>
            <p:nvPr/>
          </p:nvSpPr>
          <p:spPr>
            <a:xfrm>
              <a:off x="1840205" y="1604965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622993E4-6838-AAFF-2B3B-4D449526C3E5}"/>
              </a:ext>
            </a:extLst>
          </p:cNvPr>
          <p:cNvGrpSpPr>
            <a:grpSpLocks noChangeAspect="1"/>
          </p:cNvGrpSpPr>
          <p:nvPr/>
        </p:nvGrpSpPr>
        <p:grpSpPr>
          <a:xfrm>
            <a:off x="8795236" y="2329949"/>
            <a:ext cx="274320" cy="274320"/>
            <a:chOff x="2656752" y="1786876"/>
            <a:chExt cx="452582" cy="452582"/>
          </a:xfrm>
        </p:grpSpPr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CDCAC89E-4CC8-EDD9-624B-7715488D8ED8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9558CA2E-D46D-28ED-355E-BDA796B34314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8340BDAC-67B0-7EBD-CD4A-C237484E3474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3403B5C2-27EB-E437-2C92-10BEAB5EF61D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5A141142-B0C1-84E3-39C8-2555C94940C7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711FB45F-0EE6-C279-5EF9-DBA113ACCD23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Oval 527">
              <a:extLst>
                <a:ext uri="{FF2B5EF4-FFF2-40B4-BE49-F238E27FC236}">
                  <a16:creationId xmlns:a16="http://schemas.microsoft.com/office/drawing/2014/main" id="{1B50D09C-4B6F-D785-CA1B-734149FCB382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94AEBD82-FC1E-E384-FCE2-010B04E738D1}"/>
              </a:ext>
            </a:extLst>
          </p:cNvPr>
          <p:cNvGrpSpPr>
            <a:grpSpLocks noChangeAspect="1"/>
          </p:cNvGrpSpPr>
          <p:nvPr/>
        </p:nvGrpSpPr>
        <p:grpSpPr>
          <a:xfrm>
            <a:off x="10308074" y="470653"/>
            <a:ext cx="274320" cy="274320"/>
            <a:chOff x="1532804" y="1293957"/>
            <a:chExt cx="452582" cy="452582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BF0CA775-3FF8-BFD3-E41E-85029A9CF1AF}"/>
                </a:ext>
              </a:extLst>
            </p:cNvPr>
            <p:cNvSpPr/>
            <p:nvPr/>
          </p:nvSpPr>
          <p:spPr>
            <a:xfrm>
              <a:off x="1532804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Oval 530">
              <a:extLst>
                <a:ext uri="{FF2B5EF4-FFF2-40B4-BE49-F238E27FC236}">
                  <a16:creationId xmlns:a16="http://schemas.microsoft.com/office/drawing/2014/main" id="{80984AAC-2DFF-A7BF-A310-B9AC7EA2BF26}"/>
                </a:ext>
              </a:extLst>
            </p:cNvPr>
            <p:cNvSpPr/>
            <p:nvPr/>
          </p:nvSpPr>
          <p:spPr>
            <a:xfrm>
              <a:off x="1597892" y="13616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5D89B858-38E9-EBE3-7BF9-8DBD7D90B0E6}"/>
                </a:ext>
              </a:extLst>
            </p:cNvPr>
            <p:cNvSpPr/>
            <p:nvPr/>
          </p:nvSpPr>
          <p:spPr>
            <a:xfrm>
              <a:off x="1717964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Oval 532">
              <a:extLst>
                <a:ext uri="{FF2B5EF4-FFF2-40B4-BE49-F238E27FC236}">
                  <a16:creationId xmlns:a16="http://schemas.microsoft.com/office/drawing/2014/main" id="{AE3F2578-EB8F-FF0A-A608-273A310586A6}"/>
                </a:ext>
              </a:extLst>
            </p:cNvPr>
            <p:cNvSpPr/>
            <p:nvPr/>
          </p:nvSpPr>
          <p:spPr>
            <a:xfrm>
              <a:off x="1840205" y="1604965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B57E4D4D-2F67-E356-A3BD-382196D207E6}"/>
              </a:ext>
            </a:extLst>
          </p:cNvPr>
          <p:cNvGrpSpPr>
            <a:grpSpLocks noChangeAspect="1"/>
          </p:cNvGrpSpPr>
          <p:nvPr/>
        </p:nvGrpSpPr>
        <p:grpSpPr>
          <a:xfrm>
            <a:off x="10717626" y="442844"/>
            <a:ext cx="274320" cy="274320"/>
            <a:chOff x="2656752" y="1786876"/>
            <a:chExt cx="452582" cy="452582"/>
          </a:xfrm>
        </p:grpSpPr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09EC9946-BA0D-7C53-8E62-45713916802F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Oval 535">
              <a:extLst>
                <a:ext uri="{FF2B5EF4-FFF2-40B4-BE49-F238E27FC236}">
                  <a16:creationId xmlns:a16="http://schemas.microsoft.com/office/drawing/2014/main" id="{BD997D44-C773-ABCB-3E6F-AD16A4B51DD0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02209EB8-435F-D6CD-27EE-4581FA616652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Oval 537">
              <a:extLst>
                <a:ext uri="{FF2B5EF4-FFF2-40B4-BE49-F238E27FC236}">
                  <a16:creationId xmlns:a16="http://schemas.microsoft.com/office/drawing/2014/main" id="{68ACD226-208D-4D75-B31C-A39B24647F45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Oval 538">
              <a:extLst>
                <a:ext uri="{FF2B5EF4-FFF2-40B4-BE49-F238E27FC236}">
                  <a16:creationId xmlns:a16="http://schemas.microsoft.com/office/drawing/2014/main" id="{2B3AAB97-4AE3-7204-7828-E29D5A1457BD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8EED01D2-F02B-B428-0EC8-AC829CF7B5FC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3B2F9B7C-1F42-DC68-7B11-5BABBCE9DADC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DF1896FE-F650-05E2-274C-7292FFF20EB0}"/>
              </a:ext>
            </a:extLst>
          </p:cNvPr>
          <p:cNvGrpSpPr>
            <a:grpSpLocks noChangeAspect="1"/>
          </p:cNvGrpSpPr>
          <p:nvPr/>
        </p:nvGrpSpPr>
        <p:grpSpPr>
          <a:xfrm>
            <a:off x="10244360" y="893167"/>
            <a:ext cx="274320" cy="274320"/>
            <a:chOff x="2080780" y="1293957"/>
            <a:chExt cx="452582" cy="452582"/>
          </a:xfrm>
        </p:grpSpPr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2EE67C41-2255-2307-7DEA-1A0C84F9C126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Oval 543">
              <a:extLst>
                <a:ext uri="{FF2B5EF4-FFF2-40B4-BE49-F238E27FC236}">
                  <a16:creationId xmlns:a16="http://schemas.microsoft.com/office/drawing/2014/main" id="{43A79FCA-2F0A-C874-893F-279C25A0BC12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AF8A7B8D-6291-AC42-B802-01DF524378C0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Oval 545">
              <a:extLst>
                <a:ext uri="{FF2B5EF4-FFF2-40B4-BE49-F238E27FC236}">
                  <a16:creationId xmlns:a16="http://schemas.microsoft.com/office/drawing/2014/main" id="{9549D35F-6A01-FE58-FDA2-EB10E89542C4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0F42E449-AE6A-8C41-E90D-72A510000BEB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8" name="Group 547">
            <a:extLst>
              <a:ext uri="{FF2B5EF4-FFF2-40B4-BE49-F238E27FC236}">
                <a16:creationId xmlns:a16="http://schemas.microsoft.com/office/drawing/2014/main" id="{E2F45AE5-28EB-071E-BB58-85974799CA64}"/>
              </a:ext>
            </a:extLst>
          </p:cNvPr>
          <p:cNvGrpSpPr>
            <a:grpSpLocks noChangeAspect="1"/>
          </p:cNvGrpSpPr>
          <p:nvPr/>
        </p:nvGrpSpPr>
        <p:grpSpPr>
          <a:xfrm>
            <a:off x="10757745" y="906869"/>
            <a:ext cx="274320" cy="274320"/>
            <a:chOff x="2656752" y="1293957"/>
            <a:chExt cx="452582" cy="452582"/>
          </a:xfrm>
        </p:grpSpPr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64C51B3E-7743-9F39-9FD5-FBA1DD19496A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Oval 549">
              <a:extLst>
                <a:ext uri="{FF2B5EF4-FFF2-40B4-BE49-F238E27FC236}">
                  <a16:creationId xmlns:a16="http://schemas.microsoft.com/office/drawing/2014/main" id="{99ADF52F-B2FB-B0DF-4431-ACF987229FF9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Oval 550">
              <a:extLst>
                <a:ext uri="{FF2B5EF4-FFF2-40B4-BE49-F238E27FC236}">
                  <a16:creationId xmlns:a16="http://schemas.microsoft.com/office/drawing/2014/main" id="{BF8FE1AF-9EBB-AA13-8333-0777F0101D48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Oval 551">
              <a:extLst>
                <a:ext uri="{FF2B5EF4-FFF2-40B4-BE49-F238E27FC236}">
                  <a16:creationId xmlns:a16="http://schemas.microsoft.com/office/drawing/2014/main" id="{0F5B60A4-E42D-8A65-4329-7C528662046E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36609F83-9214-D47F-44DD-A78CD40EDC97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Oval 553">
              <a:extLst>
                <a:ext uri="{FF2B5EF4-FFF2-40B4-BE49-F238E27FC236}">
                  <a16:creationId xmlns:a16="http://schemas.microsoft.com/office/drawing/2014/main" id="{57DA778B-0001-470D-B787-3B8B355CA5B3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E245949E-10DE-7026-9651-47F5280D4FC0}"/>
              </a:ext>
            </a:extLst>
          </p:cNvPr>
          <p:cNvGrpSpPr>
            <a:grpSpLocks noChangeAspect="1"/>
          </p:cNvGrpSpPr>
          <p:nvPr/>
        </p:nvGrpSpPr>
        <p:grpSpPr>
          <a:xfrm>
            <a:off x="10305288" y="1403920"/>
            <a:ext cx="274320" cy="274320"/>
            <a:chOff x="2656752" y="1293957"/>
            <a:chExt cx="452582" cy="452582"/>
          </a:xfrm>
        </p:grpSpPr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D2BFB440-61DC-6534-922B-30418F4F4435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Oval 556">
              <a:extLst>
                <a:ext uri="{FF2B5EF4-FFF2-40B4-BE49-F238E27FC236}">
                  <a16:creationId xmlns:a16="http://schemas.microsoft.com/office/drawing/2014/main" id="{84ED770F-A251-FAC3-D6BD-E46009A3AD83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Oval 557">
              <a:extLst>
                <a:ext uri="{FF2B5EF4-FFF2-40B4-BE49-F238E27FC236}">
                  <a16:creationId xmlns:a16="http://schemas.microsoft.com/office/drawing/2014/main" id="{A350DEF8-26B1-42E5-3C7E-100EA7FE4549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Oval 558">
              <a:extLst>
                <a:ext uri="{FF2B5EF4-FFF2-40B4-BE49-F238E27FC236}">
                  <a16:creationId xmlns:a16="http://schemas.microsoft.com/office/drawing/2014/main" id="{09ABE5A9-D4D8-FF48-9B67-343DA5C7C575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0" name="Oval 559">
              <a:extLst>
                <a:ext uri="{FF2B5EF4-FFF2-40B4-BE49-F238E27FC236}">
                  <a16:creationId xmlns:a16="http://schemas.microsoft.com/office/drawing/2014/main" id="{01E6A249-BBCC-EF7B-4725-A204630122A5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Oval 560">
              <a:extLst>
                <a:ext uri="{FF2B5EF4-FFF2-40B4-BE49-F238E27FC236}">
                  <a16:creationId xmlns:a16="http://schemas.microsoft.com/office/drawing/2014/main" id="{6EEE830D-7875-03CB-4305-80D48D9200D7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42EFF085-940C-D9CF-4196-17E3864E6887}"/>
              </a:ext>
            </a:extLst>
          </p:cNvPr>
          <p:cNvGrpSpPr>
            <a:grpSpLocks noChangeAspect="1"/>
          </p:cNvGrpSpPr>
          <p:nvPr/>
        </p:nvGrpSpPr>
        <p:grpSpPr>
          <a:xfrm>
            <a:off x="10788031" y="1364822"/>
            <a:ext cx="274320" cy="274320"/>
            <a:chOff x="2080780" y="1293957"/>
            <a:chExt cx="452582" cy="452582"/>
          </a:xfrm>
        </p:grpSpPr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DE938B0F-B7AD-40AE-9503-F856D85899F9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4" name="Oval 563">
              <a:extLst>
                <a:ext uri="{FF2B5EF4-FFF2-40B4-BE49-F238E27FC236}">
                  <a16:creationId xmlns:a16="http://schemas.microsoft.com/office/drawing/2014/main" id="{CAA6A37E-ACE4-EF76-D720-2FF014BE3B1D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5" name="Oval 564">
              <a:extLst>
                <a:ext uri="{FF2B5EF4-FFF2-40B4-BE49-F238E27FC236}">
                  <a16:creationId xmlns:a16="http://schemas.microsoft.com/office/drawing/2014/main" id="{F271FBE3-C61F-A392-2ABD-4A881278A080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6" name="Oval 565">
              <a:extLst>
                <a:ext uri="{FF2B5EF4-FFF2-40B4-BE49-F238E27FC236}">
                  <a16:creationId xmlns:a16="http://schemas.microsoft.com/office/drawing/2014/main" id="{0A62EEBB-9D36-275A-38DA-C955CA59A55B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FCE711E4-3C6C-8FB4-0BE2-12DC22B20CB4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F1C632DD-9778-CAF6-333C-52ABF0461298}"/>
              </a:ext>
            </a:extLst>
          </p:cNvPr>
          <p:cNvGrpSpPr>
            <a:grpSpLocks noChangeAspect="1"/>
          </p:cNvGrpSpPr>
          <p:nvPr/>
        </p:nvGrpSpPr>
        <p:grpSpPr>
          <a:xfrm>
            <a:off x="10280369" y="1817854"/>
            <a:ext cx="274320" cy="274320"/>
            <a:chOff x="2656752" y="1786876"/>
            <a:chExt cx="452582" cy="452582"/>
          </a:xfrm>
        </p:grpSpPr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7DE3DD41-D589-BB54-609A-78FB4883A04B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0" name="Oval 569">
              <a:extLst>
                <a:ext uri="{FF2B5EF4-FFF2-40B4-BE49-F238E27FC236}">
                  <a16:creationId xmlns:a16="http://schemas.microsoft.com/office/drawing/2014/main" id="{92990AC0-27DD-BA1F-329F-29D39674E472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79E8D8BC-4E54-DE2A-590D-31B375EC4ACD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759561AF-1830-1CA4-04AC-353E80051A4B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73BB72B7-9D0A-2AE7-03D5-5C14401CFD5F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4" name="Oval 573">
              <a:extLst>
                <a:ext uri="{FF2B5EF4-FFF2-40B4-BE49-F238E27FC236}">
                  <a16:creationId xmlns:a16="http://schemas.microsoft.com/office/drawing/2014/main" id="{6ABE396C-4778-7AE7-2BED-84BD30BCA27B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5" name="Oval 574">
              <a:extLst>
                <a:ext uri="{FF2B5EF4-FFF2-40B4-BE49-F238E27FC236}">
                  <a16:creationId xmlns:a16="http://schemas.microsoft.com/office/drawing/2014/main" id="{4B3DA11A-10FC-5156-3B33-092EC3819A24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CF523999-D4B4-AEAC-EE07-074216F3BAAA}"/>
              </a:ext>
            </a:extLst>
          </p:cNvPr>
          <p:cNvGrpSpPr>
            <a:grpSpLocks noChangeAspect="1"/>
          </p:cNvGrpSpPr>
          <p:nvPr/>
        </p:nvGrpSpPr>
        <p:grpSpPr>
          <a:xfrm>
            <a:off x="10738540" y="1872108"/>
            <a:ext cx="274320" cy="274320"/>
            <a:chOff x="1532804" y="1293957"/>
            <a:chExt cx="452582" cy="452582"/>
          </a:xfrm>
        </p:grpSpPr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15732399-6104-6D10-CA38-E387DA0D13E9}"/>
                </a:ext>
              </a:extLst>
            </p:cNvPr>
            <p:cNvSpPr/>
            <p:nvPr/>
          </p:nvSpPr>
          <p:spPr>
            <a:xfrm>
              <a:off x="1532804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83CB907E-7354-4413-F77C-AAC659C88D80}"/>
                </a:ext>
              </a:extLst>
            </p:cNvPr>
            <p:cNvSpPr/>
            <p:nvPr/>
          </p:nvSpPr>
          <p:spPr>
            <a:xfrm>
              <a:off x="1597892" y="136164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1F691D18-BF69-D728-5E7C-F6E3E75E128F}"/>
                </a:ext>
              </a:extLst>
            </p:cNvPr>
            <p:cNvSpPr/>
            <p:nvPr/>
          </p:nvSpPr>
          <p:spPr>
            <a:xfrm>
              <a:off x="1717964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E94CB2F4-DC75-3109-70D1-AC3564E3D591}"/>
                </a:ext>
              </a:extLst>
            </p:cNvPr>
            <p:cNvSpPr/>
            <p:nvPr/>
          </p:nvSpPr>
          <p:spPr>
            <a:xfrm>
              <a:off x="1840205" y="1604965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71B13B44-52C0-CC17-BD79-58EC42D4AD1C}"/>
              </a:ext>
            </a:extLst>
          </p:cNvPr>
          <p:cNvGrpSpPr>
            <a:grpSpLocks noChangeAspect="1"/>
          </p:cNvGrpSpPr>
          <p:nvPr/>
        </p:nvGrpSpPr>
        <p:grpSpPr>
          <a:xfrm>
            <a:off x="8543693" y="5483256"/>
            <a:ext cx="274320" cy="274320"/>
            <a:chOff x="2080780" y="1293957"/>
            <a:chExt cx="452582" cy="452582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16634E21-9674-0E49-3C01-95685F5971E6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3" name="Oval 582">
              <a:extLst>
                <a:ext uri="{FF2B5EF4-FFF2-40B4-BE49-F238E27FC236}">
                  <a16:creationId xmlns:a16="http://schemas.microsoft.com/office/drawing/2014/main" id="{B9C0BB35-47AB-6FE0-8EBC-1A51B557E7DE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C8430059-666D-2048-C2AA-CE9DA66965DB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Oval 584">
              <a:extLst>
                <a:ext uri="{FF2B5EF4-FFF2-40B4-BE49-F238E27FC236}">
                  <a16:creationId xmlns:a16="http://schemas.microsoft.com/office/drawing/2014/main" id="{341AE84E-378E-A7A3-17C9-A2AF280905D0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DFE816E9-E264-BFBB-A8C3-46B377F07FD3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7" name="Group 586">
            <a:extLst>
              <a:ext uri="{FF2B5EF4-FFF2-40B4-BE49-F238E27FC236}">
                <a16:creationId xmlns:a16="http://schemas.microsoft.com/office/drawing/2014/main" id="{DA6AF5AC-E2D7-C962-B8B7-A138BB014A54}"/>
              </a:ext>
            </a:extLst>
          </p:cNvPr>
          <p:cNvGrpSpPr>
            <a:grpSpLocks noChangeAspect="1"/>
          </p:cNvGrpSpPr>
          <p:nvPr/>
        </p:nvGrpSpPr>
        <p:grpSpPr>
          <a:xfrm>
            <a:off x="8878015" y="5461583"/>
            <a:ext cx="274320" cy="274320"/>
            <a:chOff x="2656752" y="1786876"/>
            <a:chExt cx="452582" cy="452582"/>
          </a:xfrm>
        </p:grpSpPr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51195AC0-1FBA-3CC2-5BCB-59D9D49290A5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D39E25E6-85DE-5521-7152-7ED5ED4C7C3B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Oval 589">
              <a:extLst>
                <a:ext uri="{FF2B5EF4-FFF2-40B4-BE49-F238E27FC236}">
                  <a16:creationId xmlns:a16="http://schemas.microsoft.com/office/drawing/2014/main" id="{39C0D13B-0EC5-3FAE-0770-8564C29E5F74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834C9CD2-C0B9-EF59-C8C4-D332AAF353A1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Oval 591">
              <a:extLst>
                <a:ext uri="{FF2B5EF4-FFF2-40B4-BE49-F238E27FC236}">
                  <a16:creationId xmlns:a16="http://schemas.microsoft.com/office/drawing/2014/main" id="{669EA48E-FCB8-3539-207F-00BB4E7B9E6E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Oval 592">
              <a:extLst>
                <a:ext uri="{FF2B5EF4-FFF2-40B4-BE49-F238E27FC236}">
                  <a16:creationId xmlns:a16="http://schemas.microsoft.com/office/drawing/2014/main" id="{22B38971-3444-D8C3-6B6C-FD0FB4E781B7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4" name="Oval 593">
              <a:extLst>
                <a:ext uri="{FF2B5EF4-FFF2-40B4-BE49-F238E27FC236}">
                  <a16:creationId xmlns:a16="http://schemas.microsoft.com/office/drawing/2014/main" id="{F23FF1FD-E21B-3CFF-6E1E-54898C78CB60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C5AAF7A1-099E-1E55-F5DC-A7D180818ABA}"/>
              </a:ext>
            </a:extLst>
          </p:cNvPr>
          <p:cNvGrpSpPr>
            <a:grpSpLocks noChangeAspect="1"/>
          </p:cNvGrpSpPr>
          <p:nvPr/>
        </p:nvGrpSpPr>
        <p:grpSpPr>
          <a:xfrm>
            <a:off x="8534956" y="5961671"/>
            <a:ext cx="274320" cy="274320"/>
            <a:chOff x="2656752" y="1293957"/>
            <a:chExt cx="452582" cy="452582"/>
          </a:xfrm>
        </p:grpSpPr>
        <p:sp>
          <p:nvSpPr>
            <p:cNvPr id="596" name="Rectangle 595">
              <a:extLst>
                <a:ext uri="{FF2B5EF4-FFF2-40B4-BE49-F238E27FC236}">
                  <a16:creationId xmlns:a16="http://schemas.microsoft.com/office/drawing/2014/main" id="{44E4F2C2-B6E3-4A37-1E19-3AF7C88451F9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8CC55380-69E8-CDBD-624D-3E464100E3C4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6C23AB58-352D-ED60-858C-E49658BE4736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25B6A1D8-F3FF-7B40-B52C-8F0AD691112E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426C543E-3467-B7E1-51E4-75A4B2BB5BCE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B94E1EAC-C3E0-B2AB-1059-7143B4488A2B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C8CC2E35-D2A2-F2A0-54AE-0D61A63DD4C1}"/>
              </a:ext>
            </a:extLst>
          </p:cNvPr>
          <p:cNvGrpSpPr>
            <a:grpSpLocks noChangeAspect="1"/>
          </p:cNvGrpSpPr>
          <p:nvPr/>
        </p:nvGrpSpPr>
        <p:grpSpPr>
          <a:xfrm>
            <a:off x="8895690" y="5962774"/>
            <a:ext cx="274320" cy="274320"/>
            <a:chOff x="2656752" y="1293957"/>
            <a:chExt cx="452582" cy="452582"/>
          </a:xfrm>
        </p:grpSpPr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B9282170-9268-E883-85A6-A5482D062855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EBFD022A-F4C1-6E00-4AEB-2433BC57E512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25AEB899-3769-79CD-DAE1-9AE071BDE3D1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D7359AB6-44F7-EA0F-4212-3000A8D6D30B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B4F5D0A2-12B9-4180-3BC3-581ED25EBF33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D007A03D-973F-8CF4-556F-79DFD3871965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9" name="Group 608">
            <a:extLst>
              <a:ext uri="{FF2B5EF4-FFF2-40B4-BE49-F238E27FC236}">
                <a16:creationId xmlns:a16="http://schemas.microsoft.com/office/drawing/2014/main" id="{B6D75D72-FB38-840A-BF7E-8C890C0BA14C}"/>
              </a:ext>
            </a:extLst>
          </p:cNvPr>
          <p:cNvGrpSpPr>
            <a:grpSpLocks noChangeAspect="1"/>
          </p:cNvGrpSpPr>
          <p:nvPr/>
        </p:nvGrpSpPr>
        <p:grpSpPr>
          <a:xfrm>
            <a:off x="8476119" y="6332456"/>
            <a:ext cx="274320" cy="274320"/>
            <a:chOff x="2656752" y="1786876"/>
            <a:chExt cx="452582" cy="452582"/>
          </a:xfrm>
        </p:grpSpPr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A1B251FA-707F-99B5-1BB4-82B828860803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1" name="Oval 610">
              <a:extLst>
                <a:ext uri="{FF2B5EF4-FFF2-40B4-BE49-F238E27FC236}">
                  <a16:creationId xmlns:a16="http://schemas.microsoft.com/office/drawing/2014/main" id="{09233EFF-C9CB-43BC-E83D-EDB4FE451496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7DF84703-82C5-4F77-24CF-5E903F909D75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A336376C-D397-B77E-F42A-E5AC333016FF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BBB937AB-D886-0DD3-0DC5-B373CB5B396A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CC3D3166-7887-4133-C503-5CA6569DD83D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Oval 615">
              <a:extLst>
                <a:ext uri="{FF2B5EF4-FFF2-40B4-BE49-F238E27FC236}">
                  <a16:creationId xmlns:a16="http://schemas.microsoft.com/office/drawing/2014/main" id="{F5B3E4EE-B8B4-E0A8-9CF6-E0D372A98ED4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178BD8E1-A4BE-8772-1ECD-AC41E006FE83}"/>
              </a:ext>
            </a:extLst>
          </p:cNvPr>
          <p:cNvGrpSpPr>
            <a:grpSpLocks noChangeAspect="1"/>
          </p:cNvGrpSpPr>
          <p:nvPr/>
        </p:nvGrpSpPr>
        <p:grpSpPr>
          <a:xfrm>
            <a:off x="8950036" y="6353230"/>
            <a:ext cx="274320" cy="274320"/>
            <a:chOff x="2080780" y="1293957"/>
            <a:chExt cx="452582" cy="452582"/>
          </a:xfrm>
        </p:grpSpPr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DC7EFCF8-2D4F-D5EA-4A5E-B37DA5797361}"/>
                </a:ext>
              </a:extLst>
            </p:cNvPr>
            <p:cNvSpPr/>
            <p:nvPr/>
          </p:nvSpPr>
          <p:spPr>
            <a:xfrm>
              <a:off x="2080780" y="1293957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9" name="Oval 618">
              <a:extLst>
                <a:ext uri="{FF2B5EF4-FFF2-40B4-BE49-F238E27FC236}">
                  <a16:creationId xmlns:a16="http://schemas.microsoft.com/office/drawing/2014/main" id="{D1F67768-AA38-E392-9257-285C3D32A951}"/>
                </a:ext>
              </a:extLst>
            </p:cNvPr>
            <p:cNvSpPr/>
            <p:nvPr/>
          </p:nvSpPr>
          <p:spPr>
            <a:xfrm>
              <a:off x="215864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295CD5AA-9CE3-6A76-019E-F33DD7436F59}"/>
                </a:ext>
              </a:extLst>
            </p:cNvPr>
            <p:cNvSpPr/>
            <p:nvPr/>
          </p:nvSpPr>
          <p:spPr>
            <a:xfrm>
              <a:off x="2391900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7A17BEAD-AD0A-57AF-8A94-C9BC6EEA3664}"/>
                </a:ext>
              </a:extLst>
            </p:cNvPr>
            <p:cNvSpPr/>
            <p:nvPr/>
          </p:nvSpPr>
          <p:spPr>
            <a:xfrm>
              <a:off x="215864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" name="Oval 621">
              <a:extLst>
                <a:ext uri="{FF2B5EF4-FFF2-40B4-BE49-F238E27FC236}">
                  <a16:creationId xmlns:a16="http://schemas.microsoft.com/office/drawing/2014/main" id="{25803E89-87FE-D55A-D8A4-5DE3D3013F00}"/>
                </a:ext>
              </a:extLst>
            </p:cNvPr>
            <p:cNvSpPr/>
            <p:nvPr/>
          </p:nvSpPr>
          <p:spPr>
            <a:xfrm>
              <a:off x="2391900" y="159543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35F7998D-7806-3E48-8B9E-632AF84E3D14}"/>
              </a:ext>
            </a:extLst>
          </p:cNvPr>
          <p:cNvGrpSpPr>
            <a:grpSpLocks noChangeAspect="1"/>
          </p:cNvGrpSpPr>
          <p:nvPr/>
        </p:nvGrpSpPr>
        <p:grpSpPr>
          <a:xfrm>
            <a:off x="9711735" y="5414676"/>
            <a:ext cx="274320" cy="274320"/>
            <a:chOff x="2656752" y="1293957"/>
            <a:chExt cx="452582" cy="452582"/>
          </a:xfrm>
        </p:grpSpPr>
        <p:sp>
          <p:nvSpPr>
            <p:cNvPr id="624" name="Rectangle 623">
              <a:extLst>
                <a:ext uri="{FF2B5EF4-FFF2-40B4-BE49-F238E27FC236}">
                  <a16:creationId xmlns:a16="http://schemas.microsoft.com/office/drawing/2014/main" id="{EBAAC942-42CB-E61C-C862-DBED45B16C54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2948A79C-07BA-AA32-A1D9-5B362E37F1EA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" name="Oval 625">
              <a:extLst>
                <a:ext uri="{FF2B5EF4-FFF2-40B4-BE49-F238E27FC236}">
                  <a16:creationId xmlns:a16="http://schemas.microsoft.com/office/drawing/2014/main" id="{FD59E381-FBC4-5FA8-124A-2894B5EA68E1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7" name="Oval 626">
              <a:extLst>
                <a:ext uri="{FF2B5EF4-FFF2-40B4-BE49-F238E27FC236}">
                  <a16:creationId xmlns:a16="http://schemas.microsoft.com/office/drawing/2014/main" id="{10A71E7D-4C73-41DE-B3B7-E8FAF3FEEFE7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64037F44-4AD7-0E64-68DA-FCD3827CF619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9" name="Oval 628">
              <a:extLst>
                <a:ext uri="{FF2B5EF4-FFF2-40B4-BE49-F238E27FC236}">
                  <a16:creationId xmlns:a16="http://schemas.microsoft.com/office/drawing/2014/main" id="{5C9481DA-4347-208F-C7B1-F79F0F9FB321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0" name="Group 629">
            <a:extLst>
              <a:ext uri="{FF2B5EF4-FFF2-40B4-BE49-F238E27FC236}">
                <a16:creationId xmlns:a16="http://schemas.microsoft.com/office/drawing/2014/main" id="{9414A3A0-9201-A301-684C-08C2BD7F5389}"/>
              </a:ext>
            </a:extLst>
          </p:cNvPr>
          <p:cNvGrpSpPr>
            <a:grpSpLocks noChangeAspect="1"/>
          </p:cNvGrpSpPr>
          <p:nvPr/>
        </p:nvGrpSpPr>
        <p:grpSpPr>
          <a:xfrm>
            <a:off x="10165751" y="5354688"/>
            <a:ext cx="274320" cy="274320"/>
            <a:chOff x="2656752" y="1786876"/>
            <a:chExt cx="452582" cy="452582"/>
          </a:xfrm>
        </p:grpSpPr>
        <p:sp>
          <p:nvSpPr>
            <p:cNvPr id="631" name="Rectangle 630">
              <a:extLst>
                <a:ext uri="{FF2B5EF4-FFF2-40B4-BE49-F238E27FC236}">
                  <a16:creationId xmlns:a16="http://schemas.microsoft.com/office/drawing/2014/main" id="{45BD638B-0C21-2368-49AC-5A4F1145962A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2" name="Oval 631">
              <a:extLst>
                <a:ext uri="{FF2B5EF4-FFF2-40B4-BE49-F238E27FC236}">
                  <a16:creationId xmlns:a16="http://schemas.microsoft.com/office/drawing/2014/main" id="{60C6B6B9-5B16-E04B-77C3-217A1927607E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3" name="Oval 632">
              <a:extLst>
                <a:ext uri="{FF2B5EF4-FFF2-40B4-BE49-F238E27FC236}">
                  <a16:creationId xmlns:a16="http://schemas.microsoft.com/office/drawing/2014/main" id="{0B60419A-A9E1-D269-DBF2-200E4E7192E9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4" name="Oval 633">
              <a:extLst>
                <a:ext uri="{FF2B5EF4-FFF2-40B4-BE49-F238E27FC236}">
                  <a16:creationId xmlns:a16="http://schemas.microsoft.com/office/drawing/2014/main" id="{14EA2F70-E8ED-D3AC-4D1A-45D654A12E7C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2B2A2186-4280-784B-A290-24CE6CCCAD83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6" name="Oval 635">
              <a:extLst>
                <a:ext uri="{FF2B5EF4-FFF2-40B4-BE49-F238E27FC236}">
                  <a16:creationId xmlns:a16="http://schemas.microsoft.com/office/drawing/2014/main" id="{91116E72-9DC5-6E88-4A25-B41E57A97BA0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7" name="Oval 636">
              <a:extLst>
                <a:ext uri="{FF2B5EF4-FFF2-40B4-BE49-F238E27FC236}">
                  <a16:creationId xmlns:a16="http://schemas.microsoft.com/office/drawing/2014/main" id="{91810531-F0AC-76ED-5CB2-25A2D2DFAA70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8" name="Group 637">
            <a:extLst>
              <a:ext uri="{FF2B5EF4-FFF2-40B4-BE49-F238E27FC236}">
                <a16:creationId xmlns:a16="http://schemas.microsoft.com/office/drawing/2014/main" id="{C50F7E1B-F547-FE7C-16C3-735AD58F2B33}"/>
              </a:ext>
            </a:extLst>
          </p:cNvPr>
          <p:cNvGrpSpPr>
            <a:grpSpLocks noChangeAspect="1"/>
          </p:cNvGrpSpPr>
          <p:nvPr/>
        </p:nvGrpSpPr>
        <p:grpSpPr>
          <a:xfrm>
            <a:off x="9709690" y="5843570"/>
            <a:ext cx="274320" cy="274320"/>
            <a:chOff x="2656752" y="1786876"/>
            <a:chExt cx="452582" cy="452582"/>
          </a:xfrm>
        </p:grpSpPr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AA67A514-09CB-D04D-5BA7-8F3171C4C86D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4045BAB1-5AC6-FC8B-05CB-462C08B22082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1" name="Oval 640">
              <a:extLst>
                <a:ext uri="{FF2B5EF4-FFF2-40B4-BE49-F238E27FC236}">
                  <a16:creationId xmlns:a16="http://schemas.microsoft.com/office/drawing/2014/main" id="{0A8F4421-F6B6-69B0-4206-76946E09C2C9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2" name="Oval 641">
              <a:extLst>
                <a:ext uri="{FF2B5EF4-FFF2-40B4-BE49-F238E27FC236}">
                  <a16:creationId xmlns:a16="http://schemas.microsoft.com/office/drawing/2014/main" id="{1DEC64AC-11AE-1E36-55F6-2866023A8020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3" name="Oval 642">
              <a:extLst>
                <a:ext uri="{FF2B5EF4-FFF2-40B4-BE49-F238E27FC236}">
                  <a16:creationId xmlns:a16="http://schemas.microsoft.com/office/drawing/2014/main" id="{1A22D78D-6997-84FF-13D1-D115632248FC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4" name="Oval 643">
              <a:extLst>
                <a:ext uri="{FF2B5EF4-FFF2-40B4-BE49-F238E27FC236}">
                  <a16:creationId xmlns:a16="http://schemas.microsoft.com/office/drawing/2014/main" id="{C924AFEE-EB13-0D41-EAC9-8898AF58932D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5" name="Oval 644">
              <a:extLst>
                <a:ext uri="{FF2B5EF4-FFF2-40B4-BE49-F238E27FC236}">
                  <a16:creationId xmlns:a16="http://schemas.microsoft.com/office/drawing/2014/main" id="{32E63956-7183-5C76-FC48-7AF99CF3525B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930D408C-8509-CD68-6BFF-A9F9D3287C51}"/>
              </a:ext>
            </a:extLst>
          </p:cNvPr>
          <p:cNvGrpSpPr>
            <a:grpSpLocks noChangeAspect="1"/>
          </p:cNvGrpSpPr>
          <p:nvPr/>
        </p:nvGrpSpPr>
        <p:grpSpPr>
          <a:xfrm>
            <a:off x="10096046" y="5799187"/>
            <a:ext cx="274320" cy="274320"/>
            <a:chOff x="2656752" y="1293957"/>
            <a:chExt cx="452582" cy="452582"/>
          </a:xfrm>
        </p:grpSpPr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086A52B8-FD1D-2D53-2385-F31071DB99F8}"/>
                </a:ext>
              </a:extLst>
            </p:cNvPr>
            <p:cNvSpPr/>
            <p:nvPr/>
          </p:nvSpPr>
          <p:spPr>
            <a:xfrm>
              <a:off x="2656752" y="1293957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8" name="Oval 647">
              <a:extLst>
                <a:ext uri="{FF2B5EF4-FFF2-40B4-BE49-F238E27FC236}">
                  <a16:creationId xmlns:a16="http://schemas.microsoft.com/office/drawing/2014/main" id="{8C6922AB-4AC2-24B6-73E4-A98244BF81BC}"/>
                </a:ext>
              </a:extLst>
            </p:cNvPr>
            <p:cNvSpPr/>
            <p:nvPr/>
          </p:nvSpPr>
          <p:spPr>
            <a:xfrm>
              <a:off x="2723719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9" name="Oval 648">
              <a:extLst>
                <a:ext uri="{FF2B5EF4-FFF2-40B4-BE49-F238E27FC236}">
                  <a16:creationId xmlns:a16="http://schemas.microsoft.com/office/drawing/2014/main" id="{513FA157-B819-0B4B-31FE-1A5B69EE5C9A}"/>
                </a:ext>
              </a:extLst>
            </p:cNvPr>
            <p:cNvSpPr/>
            <p:nvPr/>
          </p:nvSpPr>
          <p:spPr>
            <a:xfrm>
              <a:off x="2972705" y="1370158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0" name="Oval 649">
              <a:extLst>
                <a:ext uri="{FF2B5EF4-FFF2-40B4-BE49-F238E27FC236}">
                  <a16:creationId xmlns:a16="http://schemas.microsoft.com/office/drawing/2014/main" id="{1B07841F-5A3A-BD95-C36D-EAEAAE42E44E}"/>
                </a:ext>
              </a:extLst>
            </p:cNvPr>
            <p:cNvSpPr/>
            <p:nvPr/>
          </p:nvSpPr>
          <p:spPr>
            <a:xfrm>
              <a:off x="2972705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Oval 650">
              <a:extLst>
                <a:ext uri="{FF2B5EF4-FFF2-40B4-BE49-F238E27FC236}">
                  <a16:creationId xmlns:a16="http://schemas.microsoft.com/office/drawing/2014/main" id="{E0628084-19AF-52C3-CB1E-8A4B660F8A8E}"/>
                </a:ext>
              </a:extLst>
            </p:cNvPr>
            <p:cNvSpPr/>
            <p:nvPr/>
          </p:nvSpPr>
          <p:spPr>
            <a:xfrm>
              <a:off x="2718902" y="161528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2" name="Oval 651">
              <a:extLst>
                <a:ext uri="{FF2B5EF4-FFF2-40B4-BE49-F238E27FC236}">
                  <a16:creationId xmlns:a16="http://schemas.microsoft.com/office/drawing/2014/main" id="{36AD83E0-FE16-8702-62E0-6D906E9DE673}"/>
                </a:ext>
              </a:extLst>
            </p:cNvPr>
            <p:cNvSpPr/>
            <p:nvPr/>
          </p:nvSpPr>
          <p:spPr>
            <a:xfrm>
              <a:off x="2844799" y="148286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3" name="Group 652">
            <a:extLst>
              <a:ext uri="{FF2B5EF4-FFF2-40B4-BE49-F238E27FC236}">
                <a16:creationId xmlns:a16="http://schemas.microsoft.com/office/drawing/2014/main" id="{51178B28-5D06-77D4-0FC7-A30AAAC4B6A8}"/>
              </a:ext>
            </a:extLst>
          </p:cNvPr>
          <p:cNvGrpSpPr>
            <a:grpSpLocks noChangeAspect="1"/>
          </p:cNvGrpSpPr>
          <p:nvPr/>
        </p:nvGrpSpPr>
        <p:grpSpPr>
          <a:xfrm>
            <a:off x="11028914" y="5292319"/>
            <a:ext cx="274320" cy="274320"/>
            <a:chOff x="2656752" y="1786876"/>
            <a:chExt cx="452582" cy="452582"/>
          </a:xfrm>
        </p:grpSpPr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2AF105A6-2890-ACB1-2933-51CEE487871D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5" name="Oval 654">
              <a:extLst>
                <a:ext uri="{FF2B5EF4-FFF2-40B4-BE49-F238E27FC236}">
                  <a16:creationId xmlns:a16="http://schemas.microsoft.com/office/drawing/2014/main" id="{1B1B88BF-928A-1204-244F-012E44B2DB81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6" name="Oval 655">
              <a:extLst>
                <a:ext uri="{FF2B5EF4-FFF2-40B4-BE49-F238E27FC236}">
                  <a16:creationId xmlns:a16="http://schemas.microsoft.com/office/drawing/2014/main" id="{85B2F256-441A-B456-44D6-E6F9F59E50B3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7" name="Oval 656">
              <a:extLst>
                <a:ext uri="{FF2B5EF4-FFF2-40B4-BE49-F238E27FC236}">
                  <a16:creationId xmlns:a16="http://schemas.microsoft.com/office/drawing/2014/main" id="{3E175FE5-46FB-D147-121A-2EBC7C8F0A10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8" name="Oval 657">
              <a:extLst>
                <a:ext uri="{FF2B5EF4-FFF2-40B4-BE49-F238E27FC236}">
                  <a16:creationId xmlns:a16="http://schemas.microsoft.com/office/drawing/2014/main" id="{E881415A-595F-283C-088D-A197DC8144EA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9" name="Oval 658">
              <a:extLst>
                <a:ext uri="{FF2B5EF4-FFF2-40B4-BE49-F238E27FC236}">
                  <a16:creationId xmlns:a16="http://schemas.microsoft.com/office/drawing/2014/main" id="{C78BBA46-454E-4DF7-13BB-C1C22651E9C5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0" name="Oval 659">
              <a:extLst>
                <a:ext uri="{FF2B5EF4-FFF2-40B4-BE49-F238E27FC236}">
                  <a16:creationId xmlns:a16="http://schemas.microsoft.com/office/drawing/2014/main" id="{71363379-CCFD-C654-69F3-7098C32B2F3C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1" name="Group 660">
            <a:extLst>
              <a:ext uri="{FF2B5EF4-FFF2-40B4-BE49-F238E27FC236}">
                <a16:creationId xmlns:a16="http://schemas.microsoft.com/office/drawing/2014/main" id="{BB346009-0C08-544C-5F24-DBD462047170}"/>
              </a:ext>
            </a:extLst>
          </p:cNvPr>
          <p:cNvGrpSpPr>
            <a:grpSpLocks noChangeAspect="1"/>
          </p:cNvGrpSpPr>
          <p:nvPr/>
        </p:nvGrpSpPr>
        <p:grpSpPr>
          <a:xfrm>
            <a:off x="11378290" y="5260884"/>
            <a:ext cx="274320" cy="274320"/>
            <a:chOff x="2656752" y="1786876"/>
            <a:chExt cx="452582" cy="452582"/>
          </a:xfrm>
        </p:grpSpPr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981446D1-E2E0-552A-17E3-DDA6E560DDF0}"/>
                </a:ext>
              </a:extLst>
            </p:cNvPr>
            <p:cNvSpPr/>
            <p:nvPr/>
          </p:nvSpPr>
          <p:spPr>
            <a:xfrm>
              <a:off x="2656752" y="1786876"/>
              <a:ext cx="452582" cy="4525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3" name="Oval 662">
              <a:extLst>
                <a:ext uri="{FF2B5EF4-FFF2-40B4-BE49-F238E27FC236}">
                  <a16:creationId xmlns:a16="http://schemas.microsoft.com/office/drawing/2014/main" id="{162DD582-8CA0-E76A-6030-B9001E1C9890}"/>
                </a:ext>
              </a:extLst>
            </p:cNvPr>
            <p:cNvSpPr/>
            <p:nvPr/>
          </p:nvSpPr>
          <p:spPr>
            <a:xfrm>
              <a:off x="2723719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B4F9D249-61CA-8970-193B-BAD9688F25FF}"/>
                </a:ext>
              </a:extLst>
            </p:cNvPr>
            <p:cNvSpPr/>
            <p:nvPr/>
          </p:nvSpPr>
          <p:spPr>
            <a:xfrm>
              <a:off x="2723719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F8FE02D9-9F74-AEC1-AE7B-F7E2B595F5CD}"/>
                </a:ext>
              </a:extLst>
            </p:cNvPr>
            <p:cNvSpPr/>
            <p:nvPr/>
          </p:nvSpPr>
          <p:spPr>
            <a:xfrm>
              <a:off x="2723719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6" name="Oval 665">
              <a:extLst>
                <a:ext uri="{FF2B5EF4-FFF2-40B4-BE49-F238E27FC236}">
                  <a16:creationId xmlns:a16="http://schemas.microsoft.com/office/drawing/2014/main" id="{B6D0EE6B-4A50-D8AF-F09E-8D2F58922B5E}"/>
                </a:ext>
              </a:extLst>
            </p:cNvPr>
            <p:cNvSpPr/>
            <p:nvPr/>
          </p:nvSpPr>
          <p:spPr>
            <a:xfrm>
              <a:off x="2972705" y="1836379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7" name="Oval 666">
              <a:extLst>
                <a:ext uri="{FF2B5EF4-FFF2-40B4-BE49-F238E27FC236}">
                  <a16:creationId xmlns:a16="http://schemas.microsoft.com/office/drawing/2014/main" id="{9640C2B1-0ED0-273F-5233-BFFF08AB9C0C}"/>
                </a:ext>
              </a:extLst>
            </p:cNvPr>
            <p:cNvSpPr/>
            <p:nvPr/>
          </p:nvSpPr>
          <p:spPr>
            <a:xfrm>
              <a:off x="2972705" y="1973552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8" name="Oval 667">
              <a:extLst>
                <a:ext uri="{FF2B5EF4-FFF2-40B4-BE49-F238E27FC236}">
                  <a16:creationId xmlns:a16="http://schemas.microsoft.com/office/drawing/2014/main" id="{724FC763-23D3-92C3-5456-E28678C76A79}"/>
                </a:ext>
              </a:extLst>
            </p:cNvPr>
            <p:cNvSpPr/>
            <p:nvPr/>
          </p:nvSpPr>
          <p:spPr>
            <a:xfrm>
              <a:off x="2972705" y="2115904"/>
              <a:ext cx="73890" cy="7389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73" name="Straight Connector 672">
            <a:extLst>
              <a:ext uri="{FF2B5EF4-FFF2-40B4-BE49-F238E27FC236}">
                <a16:creationId xmlns:a16="http://schemas.microsoft.com/office/drawing/2014/main" id="{BBE864B2-ECA4-B894-9FA3-44E90D2368C9}"/>
              </a:ext>
            </a:extLst>
          </p:cNvPr>
          <p:cNvCxnSpPr/>
          <p:nvPr/>
        </p:nvCxnSpPr>
        <p:spPr>
          <a:xfrm>
            <a:off x="6797349" y="350112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0BA685A7-A6F6-12FE-6170-7EC2FAEB6643}"/>
              </a:ext>
            </a:extLst>
          </p:cNvPr>
          <p:cNvCxnSpPr/>
          <p:nvPr/>
        </p:nvCxnSpPr>
        <p:spPr>
          <a:xfrm>
            <a:off x="7273016" y="350112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0C67937B-0FB2-6B8A-7736-99C90F13F70A}"/>
              </a:ext>
            </a:extLst>
          </p:cNvPr>
          <p:cNvCxnSpPr/>
          <p:nvPr/>
        </p:nvCxnSpPr>
        <p:spPr>
          <a:xfrm>
            <a:off x="7744065" y="350112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6" name="Straight Connector 675">
            <a:extLst>
              <a:ext uri="{FF2B5EF4-FFF2-40B4-BE49-F238E27FC236}">
                <a16:creationId xmlns:a16="http://schemas.microsoft.com/office/drawing/2014/main" id="{27030A91-B406-428E-0DA2-7BC3BC2C2F96}"/>
              </a:ext>
            </a:extLst>
          </p:cNvPr>
          <p:cNvCxnSpPr/>
          <p:nvPr/>
        </p:nvCxnSpPr>
        <p:spPr>
          <a:xfrm>
            <a:off x="8219732" y="350112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7" name="Straight Connector 676">
            <a:extLst>
              <a:ext uri="{FF2B5EF4-FFF2-40B4-BE49-F238E27FC236}">
                <a16:creationId xmlns:a16="http://schemas.microsoft.com/office/drawing/2014/main" id="{555031BD-ABA7-E024-5635-B3C1F99D9838}"/>
              </a:ext>
            </a:extLst>
          </p:cNvPr>
          <p:cNvCxnSpPr/>
          <p:nvPr/>
        </p:nvCxnSpPr>
        <p:spPr>
          <a:xfrm>
            <a:off x="8704628" y="350112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8" name="Straight Connector 677">
            <a:extLst>
              <a:ext uri="{FF2B5EF4-FFF2-40B4-BE49-F238E27FC236}">
                <a16:creationId xmlns:a16="http://schemas.microsoft.com/office/drawing/2014/main" id="{B52E2607-EE21-D909-8B36-BA46981AC9DC}"/>
              </a:ext>
            </a:extLst>
          </p:cNvPr>
          <p:cNvCxnSpPr/>
          <p:nvPr/>
        </p:nvCxnSpPr>
        <p:spPr>
          <a:xfrm>
            <a:off x="9180295" y="350112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9" name="Straight Connector 678">
            <a:extLst>
              <a:ext uri="{FF2B5EF4-FFF2-40B4-BE49-F238E27FC236}">
                <a16:creationId xmlns:a16="http://schemas.microsoft.com/office/drawing/2014/main" id="{2E4790D4-4A2F-B142-5679-6DD58E667A30}"/>
              </a:ext>
            </a:extLst>
          </p:cNvPr>
          <p:cNvCxnSpPr/>
          <p:nvPr/>
        </p:nvCxnSpPr>
        <p:spPr>
          <a:xfrm>
            <a:off x="9651344" y="350112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D237B296-E849-403E-5F80-100858CC7092}"/>
              </a:ext>
            </a:extLst>
          </p:cNvPr>
          <p:cNvCxnSpPr/>
          <p:nvPr/>
        </p:nvCxnSpPr>
        <p:spPr>
          <a:xfrm>
            <a:off x="10127011" y="3501121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78CC520B-4303-5C78-339C-1264999B572F}"/>
              </a:ext>
            </a:extLst>
          </p:cNvPr>
          <p:cNvCxnSpPr/>
          <p:nvPr/>
        </p:nvCxnSpPr>
        <p:spPr>
          <a:xfrm>
            <a:off x="10607288" y="3487266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2" name="Straight Connector 681">
            <a:extLst>
              <a:ext uri="{FF2B5EF4-FFF2-40B4-BE49-F238E27FC236}">
                <a16:creationId xmlns:a16="http://schemas.microsoft.com/office/drawing/2014/main" id="{C77834EB-0575-3EE9-C64E-87ADC57C3EA3}"/>
              </a:ext>
            </a:extLst>
          </p:cNvPr>
          <p:cNvCxnSpPr/>
          <p:nvPr/>
        </p:nvCxnSpPr>
        <p:spPr>
          <a:xfrm>
            <a:off x="11082955" y="3487266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4" name="Straight Connector 683">
            <a:extLst>
              <a:ext uri="{FF2B5EF4-FFF2-40B4-BE49-F238E27FC236}">
                <a16:creationId xmlns:a16="http://schemas.microsoft.com/office/drawing/2014/main" id="{BCAF190A-80BF-B9EA-A595-04987FE8EDD6}"/>
              </a:ext>
            </a:extLst>
          </p:cNvPr>
          <p:cNvCxnSpPr/>
          <p:nvPr/>
        </p:nvCxnSpPr>
        <p:spPr>
          <a:xfrm>
            <a:off x="11557363" y="3477540"/>
            <a:ext cx="0" cy="2280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Conrad Schiff</dc:creator>
  <cp:lastModifiedBy>Conrad Schiff</cp:lastModifiedBy>
  <cp:revision>1</cp:revision>
  <dcterms:created xsi:type="dcterms:W3CDTF">2024-04-15T23:07:14Z</dcterms:created>
  <dcterms:modified xsi:type="dcterms:W3CDTF">2024-04-16T01:08:12Z</dcterms:modified>
</cp:coreProperties>
</file>