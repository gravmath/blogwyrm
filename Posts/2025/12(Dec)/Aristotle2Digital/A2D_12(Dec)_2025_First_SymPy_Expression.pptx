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71" autoAdjust="0"/>
    <p:restoredTop sz="94660"/>
  </p:normalViewPr>
  <p:slideViewPr>
    <p:cSldViewPr snapToGrid="0">
      <p:cViewPr varScale="1">
        <p:scale>
          <a:sx n="82" d="100"/>
          <a:sy n="82" d="100"/>
        </p:scale>
        <p:origin x="27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9B569-D129-4E88-A72A-C836089305D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232FA-477A-4338-83C2-2ACFC9C7A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1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158D-526B-E73C-440A-D072C8ABD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9B4E2-4924-4F7A-E947-BE7B00B47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B0905-B2C3-D032-BB10-42ABB3AC3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6AE7-2D23-4A50-870D-9FA0B87BDD0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7052A-CCA5-9134-8A94-7ACFF8B6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186DB-7D3B-F630-F604-6D77FD4D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FDF9-373C-44F3-AAF3-826359069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92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46BE-016D-46D2-A92F-B7271C65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9ECC8-ECC0-0B11-1C94-DD5CB8BFB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4C5CB-F1CD-EA7F-B135-00EAB64C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6AE7-2D23-4A50-870D-9FA0B87BDD0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56C62-56C0-DFD1-43FB-E7A1521D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426B5-E537-ED12-7909-380B4685C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FDF9-373C-44F3-AAF3-826359069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A2288-17D6-EFC5-090F-CEC22D6A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DAAA3-29ED-8262-140E-E972F6CD2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09A60-C2B9-9050-14A5-7D4E31D5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6AE7-2D23-4A50-870D-9FA0B87BDD0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5852F-3323-8E0D-A51D-5062C1E87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5A145-23F2-6FB2-0FB9-A3A00298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FDF9-373C-44F3-AAF3-826359069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2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DA88-9E20-3211-BFBF-657A3FF1C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F8967-AE3C-2477-09F7-E6D647F74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2E7FD-3E41-EB21-9785-D3EE9865D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B4206-B280-ACAA-612C-B10C993E1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6AE7-2D23-4A50-870D-9FA0B87BDD0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03B28-C540-DAA2-E43D-E1426657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57176-93DA-F5E2-FF09-CADD87780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FDF9-373C-44F3-AAF3-826359069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48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9260-78DA-4BFC-F96C-FDE1ED982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8E3B7-C412-715A-384E-9D0B4913A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0709D-4A78-90D7-6925-A1187C0DE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D1F105-3354-BD79-25A9-640D4D6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2FF61-2070-03DC-69EF-CEBA8A4BF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BA0CF-E004-6B62-6FB0-7879FD25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6AE7-2D23-4A50-870D-9FA0B87BDD0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0A422D-FFBD-E9B0-9176-1C31BCA85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30911-D90D-43C3-4905-DD4BB1166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FDF9-373C-44F3-AAF3-826359069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57BFB-315A-A9F5-DD62-DA1ACB11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785A46-93C6-BEB0-64C2-F1F1247D5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6AE7-2D23-4A50-870D-9FA0B87BDD0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D7CBD7-32E4-3C2C-B094-C57E197FC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AE02B-05EB-F6BE-EA73-76A17302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FDF9-373C-44F3-AAF3-826359069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86792-8387-6C88-3432-E81FF09C0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6AE7-2D23-4A50-870D-9FA0B87BDD0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53C0C-D70D-43A7-093E-53CEC5A3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50FA1-D173-4BBF-6ED6-AA995A44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FDF9-373C-44F3-AAF3-826359069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17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0C5CB-BA41-2F9B-9E8F-D5A904356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E86B8-5AA3-84F3-595C-AB5E1F18D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D4D26-EDEB-C631-99DF-EBB35E316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2D652-7682-F309-1E03-AB9997E6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6AE7-2D23-4A50-870D-9FA0B87BDD0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150C1-D245-0621-B626-F8EAA66C4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1FB75-DF5B-404D-883C-37689273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FDF9-373C-44F3-AAF3-826359069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2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512A-DF61-ED9D-D475-43A60C0E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59300A-177C-8764-FA9F-15651C180E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970D8-86BA-8F2C-95C3-94C382E7B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A85E7-5C57-40B0-2EA0-306CA7E3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6AE7-2D23-4A50-870D-9FA0B87BDD0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B1F0C-FAE0-7DBC-35A3-A8B4D30E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2BFCB-02D2-A50A-3A4A-C7E06A58E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FDF9-373C-44F3-AAF3-826359069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8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0368F-3259-74FF-FBE0-79E91C7CE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43022-AB92-7C91-0FEA-40F2F9C01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4D9BF-B215-4692-CB61-71AB572AC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6AE7-2D23-4A50-870D-9FA0B87BDD0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969D7-223A-DEA9-BE9D-F44E4BC96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EA7FB-80C3-3540-2D67-287407B08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FDF9-373C-44F3-AAF3-826359069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37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FFD2FC-A53B-7D23-8E40-E69180D71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5B408-8D97-741F-6BE4-018505F4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5180B-CFE7-DA75-AE46-EF5E6B242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6AE7-2D23-4A50-870D-9FA0B87BDD0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9302D-4E08-F7FA-3A45-FDA51339C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EC466-CEE1-1C76-7245-89F61B6B6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FDF9-373C-44F3-AAF3-826359069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21BEB7-78CA-734A-E2FB-7F7B8FF9E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BAD2A-ED3B-B74E-F007-014613678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D4783-1A76-E624-38E6-6551456E0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06AE7-2D23-4A50-870D-9FA0B87BDD0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007B9-A29B-D349-4B11-EF9042CD4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A6C20-67E6-EEA1-C78D-65892254E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BFDF9-373C-44F3-AAF3-826359069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33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361039C-21A3-245D-31AC-0BC062683AB4}"/>
                  </a:ext>
                </a:extLst>
              </p:cNvPr>
              <p:cNvSpPr/>
              <p:nvPr/>
            </p:nvSpPr>
            <p:spPr>
              <a:xfrm>
                <a:off x="5283200" y="2504441"/>
                <a:ext cx="812800" cy="680720"/>
              </a:xfrm>
              <a:prstGeom prst="roundRect">
                <a:avLst/>
              </a:prstGeom>
              <a:solidFill>
                <a:srgbClr val="FF66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𝐴𝑑𝑑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361039C-21A3-245D-31AC-0BC062683A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200" y="2504441"/>
                <a:ext cx="812800" cy="6807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14573C-6B5C-433B-D00E-724C8EBB6263}"/>
                  </a:ext>
                </a:extLst>
              </p:cNvPr>
              <p:cNvSpPr txBox="1"/>
              <p:nvPr/>
            </p:nvSpPr>
            <p:spPr>
              <a:xfrm>
                <a:off x="4638992" y="1362056"/>
                <a:ext cx="206248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b="0" dirty="0"/>
              </a:p>
              <a:p>
                <a:pPr algn="ctr"/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14573C-6B5C-433B-D00E-724C8EBB6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992" y="1362056"/>
                <a:ext cx="2062480" cy="923330"/>
              </a:xfrm>
              <a:prstGeom prst="rect">
                <a:avLst/>
              </a:prstGeom>
              <a:blipFill>
                <a:blip r:embed="rId3"/>
                <a:stretch>
                  <a:fillRect b="-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4C7FBAB-1B32-7CDD-C528-3FE8FB8726BA}"/>
              </a:ext>
            </a:extLst>
          </p:cNvPr>
          <p:cNvCxnSpPr>
            <a:stCxn id="5" idx="2"/>
            <a:endCxn id="9" idx="0"/>
          </p:cNvCxnSpPr>
          <p:nvPr/>
        </p:nvCxnSpPr>
        <p:spPr>
          <a:xfrm rot="5400000">
            <a:off x="5053330" y="2896871"/>
            <a:ext cx="347981" cy="924560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E197535-AF47-E413-4823-FBA0F4107ACE}"/>
              </a:ext>
            </a:extLst>
          </p:cNvPr>
          <p:cNvGrpSpPr/>
          <p:nvPr/>
        </p:nvGrpSpPr>
        <p:grpSpPr>
          <a:xfrm>
            <a:off x="3840480" y="3533142"/>
            <a:ext cx="1830388" cy="2745742"/>
            <a:chOff x="3840480" y="3533142"/>
            <a:chExt cx="1830388" cy="274574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2A953243-CC67-43C7-FCCD-0374A4C8A3BA}"/>
                    </a:ext>
                  </a:extLst>
                </p:cNvPr>
                <p:cNvSpPr/>
                <p:nvPr/>
              </p:nvSpPr>
              <p:spPr>
                <a:xfrm>
                  <a:off x="4358640" y="3533142"/>
                  <a:ext cx="812800" cy="680720"/>
                </a:xfrm>
                <a:prstGeom prst="roundRect">
                  <a:avLst/>
                </a:prstGeom>
                <a:solidFill>
                  <a:srgbClr val="FF666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𝑀𝑢𝑙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2A953243-CC67-43C7-FCCD-0374A4C8A3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8640" y="3533142"/>
                  <a:ext cx="812800" cy="68072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119A8AFB-A5B2-9D5F-0A10-ABC513BC4B20}"/>
                    </a:ext>
                  </a:extLst>
                </p:cNvPr>
                <p:cNvSpPr/>
                <p:nvPr/>
              </p:nvSpPr>
              <p:spPr>
                <a:xfrm>
                  <a:off x="3840480" y="4561843"/>
                  <a:ext cx="812800" cy="680720"/>
                </a:xfrm>
                <a:prstGeom prst="roundRect">
                  <a:avLst/>
                </a:prstGeom>
                <a:solidFill>
                  <a:srgbClr val="FF666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119A8AFB-A5B2-9D5F-0A10-ABC513BC4B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0480" y="4561843"/>
                  <a:ext cx="812800" cy="680720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1DB20FC1-4705-F4F6-DF37-A2E63763D22D}"/>
                    </a:ext>
                  </a:extLst>
                </p:cNvPr>
                <p:cNvSpPr/>
                <p:nvPr/>
              </p:nvSpPr>
              <p:spPr>
                <a:xfrm>
                  <a:off x="4857432" y="4561843"/>
                  <a:ext cx="812800" cy="680720"/>
                </a:xfrm>
                <a:prstGeom prst="roundRect">
                  <a:avLst/>
                </a:prstGeom>
                <a:solidFill>
                  <a:srgbClr val="FF666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1DB20FC1-4705-F4F6-DF37-A2E63763D2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7432" y="4561843"/>
                  <a:ext cx="812800" cy="680720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4279A287-E981-7C01-A074-82DF2C3C1E2B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 rot="5400000">
              <a:off x="4331970" y="4128772"/>
              <a:ext cx="347981" cy="51816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7AD94868-1886-8349-0DCA-F87CA550F861}"/>
                </a:ext>
              </a:extLst>
            </p:cNvPr>
            <p:cNvCxnSpPr>
              <a:cxnSpLocks/>
              <a:stCxn id="9" idx="2"/>
              <a:endCxn id="12" idx="0"/>
            </p:cNvCxnSpPr>
            <p:nvPr/>
          </p:nvCxnSpPr>
          <p:spPr>
            <a:xfrm rot="16200000" flipH="1">
              <a:off x="4840446" y="4138456"/>
              <a:ext cx="347981" cy="498792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0620D95E-6D20-8F47-1382-612AACDED0FE}"/>
                </a:ext>
              </a:extLst>
            </p:cNvPr>
            <p:cNvCxnSpPr>
              <a:cxnSpLocks/>
              <a:stCxn id="12" idx="2"/>
              <a:endCxn id="27" idx="0"/>
            </p:cNvCxnSpPr>
            <p:nvPr/>
          </p:nvCxnSpPr>
          <p:spPr>
            <a:xfrm rot="16200000" flipH="1">
              <a:off x="5086350" y="5420045"/>
              <a:ext cx="355601" cy="636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43456C8A-3CEA-2290-EFAC-EEFFF77171B3}"/>
                    </a:ext>
                  </a:extLst>
                </p:cNvPr>
                <p:cNvSpPr/>
                <p:nvPr/>
              </p:nvSpPr>
              <p:spPr>
                <a:xfrm>
                  <a:off x="4858068" y="5598164"/>
                  <a:ext cx="812800" cy="680720"/>
                </a:xfrm>
                <a:prstGeom prst="roundRect">
                  <a:avLst/>
                </a:prstGeom>
                <a:solidFill>
                  <a:srgbClr val="FF666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43456C8A-3CEA-2290-EFAC-EEFFF77171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8068" y="5598164"/>
                  <a:ext cx="812800" cy="680720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0E27465-6BE0-4724-70BB-D9D51BDA3973}"/>
              </a:ext>
            </a:extLst>
          </p:cNvPr>
          <p:cNvGrpSpPr/>
          <p:nvPr/>
        </p:nvGrpSpPr>
        <p:grpSpPr>
          <a:xfrm>
            <a:off x="6075996" y="3533142"/>
            <a:ext cx="1830388" cy="2745742"/>
            <a:chOff x="3840480" y="3533142"/>
            <a:chExt cx="1830388" cy="274574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64135BAB-1065-1215-53B1-41FF0D29B856}"/>
                    </a:ext>
                  </a:extLst>
                </p:cNvPr>
                <p:cNvSpPr/>
                <p:nvPr/>
              </p:nvSpPr>
              <p:spPr>
                <a:xfrm>
                  <a:off x="4358640" y="3533142"/>
                  <a:ext cx="812800" cy="680720"/>
                </a:xfrm>
                <a:prstGeom prst="roundRect">
                  <a:avLst/>
                </a:prstGeom>
                <a:solidFill>
                  <a:srgbClr val="FF666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𝑀𝑢𝑙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64135BAB-1065-1215-53B1-41FF0D29B8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8640" y="3533142"/>
                  <a:ext cx="812800" cy="680720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7C729DBE-81B3-2826-1A6C-8A052F73FA91}"/>
                    </a:ext>
                  </a:extLst>
                </p:cNvPr>
                <p:cNvSpPr/>
                <p:nvPr/>
              </p:nvSpPr>
              <p:spPr>
                <a:xfrm>
                  <a:off x="3840480" y="4561843"/>
                  <a:ext cx="812800" cy="680720"/>
                </a:xfrm>
                <a:prstGeom prst="roundRect">
                  <a:avLst/>
                </a:prstGeom>
                <a:solidFill>
                  <a:srgbClr val="FF666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7C729DBE-81B3-2826-1A6C-8A052F73FA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0480" y="4561843"/>
                  <a:ext cx="812800" cy="680720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A02E01F1-FA84-E29A-61B3-878DFDBFD3FD}"/>
                    </a:ext>
                  </a:extLst>
                </p:cNvPr>
                <p:cNvSpPr/>
                <p:nvPr/>
              </p:nvSpPr>
              <p:spPr>
                <a:xfrm>
                  <a:off x="4857432" y="4561843"/>
                  <a:ext cx="812800" cy="680720"/>
                </a:xfrm>
                <a:prstGeom prst="roundRect">
                  <a:avLst/>
                </a:prstGeom>
                <a:solidFill>
                  <a:srgbClr val="FF666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A02E01F1-FA84-E29A-61B3-878DFDBFD3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7432" y="4561843"/>
                  <a:ext cx="812800" cy="680720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56A2FA9D-592B-F4A3-7ED5-BE7E9238A5AE}"/>
                </a:ext>
              </a:extLst>
            </p:cNvPr>
            <p:cNvCxnSpPr>
              <a:cxnSpLocks/>
              <a:stCxn id="32" idx="2"/>
              <a:endCxn id="33" idx="0"/>
            </p:cNvCxnSpPr>
            <p:nvPr/>
          </p:nvCxnSpPr>
          <p:spPr>
            <a:xfrm rot="5400000">
              <a:off x="4331970" y="4128772"/>
              <a:ext cx="347981" cy="51816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D3CEF3E6-1346-19D3-8B59-CFD20C3DA4DB}"/>
                </a:ext>
              </a:extLst>
            </p:cNvPr>
            <p:cNvCxnSpPr>
              <a:cxnSpLocks/>
              <a:stCxn id="32" idx="2"/>
              <a:endCxn id="34" idx="0"/>
            </p:cNvCxnSpPr>
            <p:nvPr/>
          </p:nvCxnSpPr>
          <p:spPr>
            <a:xfrm rot="16200000" flipH="1">
              <a:off x="4840446" y="4138456"/>
              <a:ext cx="347981" cy="498792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3F6A72F0-88E1-FF75-33D5-9E921BA3DE2D}"/>
                </a:ext>
              </a:extLst>
            </p:cNvPr>
            <p:cNvCxnSpPr>
              <a:cxnSpLocks/>
              <a:stCxn id="34" idx="2"/>
              <a:endCxn id="38" idx="0"/>
            </p:cNvCxnSpPr>
            <p:nvPr/>
          </p:nvCxnSpPr>
          <p:spPr>
            <a:xfrm rot="16200000" flipH="1">
              <a:off x="5086350" y="5420045"/>
              <a:ext cx="355601" cy="636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AA8B20F3-777C-B067-DC81-E8C640A782C2}"/>
                    </a:ext>
                  </a:extLst>
                </p:cNvPr>
                <p:cNvSpPr/>
                <p:nvPr/>
              </p:nvSpPr>
              <p:spPr>
                <a:xfrm>
                  <a:off x="4858068" y="5598164"/>
                  <a:ext cx="812800" cy="680720"/>
                </a:xfrm>
                <a:prstGeom prst="roundRect">
                  <a:avLst/>
                </a:prstGeom>
                <a:solidFill>
                  <a:srgbClr val="FF666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AA8B20F3-777C-B067-DC81-E8C640A782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8068" y="5598164"/>
                  <a:ext cx="812800" cy="680720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0F24882E-212A-9AD3-B06A-50A5A8E27775}"/>
              </a:ext>
            </a:extLst>
          </p:cNvPr>
          <p:cNvCxnSpPr>
            <a:cxnSpLocks/>
            <a:stCxn id="5" idx="2"/>
            <a:endCxn id="32" idx="0"/>
          </p:cNvCxnSpPr>
          <p:nvPr/>
        </p:nvCxnSpPr>
        <p:spPr>
          <a:xfrm rot="16200000" flipH="1">
            <a:off x="6171088" y="2703673"/>
            <a:ext cx="347981" cy="1310956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495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18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Conrad Schiff</dc:creator>
  <cp:lastModifiedBy>Conrad Schiff</cp:lastModifiedBy>
  <cp:revision>1</cp:revision>
  <cp:lastPrinted>2025-12-15T14:16:09Z</cp:lastPrinted>
  <dcterms:created xsi:type="dcterms:W3CDTF">2025-12-15T12:16:41Z</dcterms:created>
  <dcterms:modified xsi:type="dcterms:W3CDTF">2025-12-16T12:17:03Z</dcterms:modified>
</cp:coreProperties>
</file>