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86" autoAdjust="0"/>
    <p:restoredTop sz="94660"/>
  </p:normalViewPr>
  <p:slideViewPr>
    <p:cSldViewPr snapToGrid="0">
      <p:cViewPr varScale="1">
        <p:scale>
          <a:sx n="82" d="100"/>
          <a:sy n="82" d="100"/>
        </p:scale>
        <p:origin x="33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rad Schiff" userId="49072068966f43fb" providerId="LiveId" clId="{3D9D0216-2A9C-4841-90D7-5A62370780AC}"/>
    <pc:docChg chg="modSld">
      <pc:chgData name="Conrad Schiff" userId="49072068966f43fb" providerId="LiveId" clId="{3D9D0216-2A9C-4841-90D7-5A62370780AC}" dt="2025-12-18T15:53:23.550" v="1" actId="14100"/>
      <pc:docMkLst>
        <pc:docMk/>
      </pc:docMkLst>
      <pc:sldChg chg="modSp mod">
        <pc:chgData name="Conrad Schiff" userId="49072068966f43fb" providerId="LiveId" clId="{3D9D0216-2A9C-4841-90D7-5A62370780AC}" dt="2025-12-18T15:53:23.550" v="1" actId="14100"/>
        <pc:sldMkLst>
          <pc:docMk/>
          <pc:sldMk cId="2577790426" sldId="256"/>
        </pc:sldMkLst>
        <pc:cxnChg chg="mod">
          <ac:chgData name="Conrad Schiff" userId="49072068966f43fb" providerId="LiveId" clId="{3D9D0216-2A9C-4841-90D7-5A62370780AC}" dt="2025-12-18T15:53:20.672" v="0" actId="14100"/>
          <ac:cxnSpMkLst>
            <pc:docMk/>
            <pc:sldMk cId="2577790426" sldId="256"/>
            <ac:cxnSpMk id="36" creationId="{6CEFC267-3B1A-12A7-CFF4-72F5059F8B6D}"/>
          </ac:cxnSpMkLst>
        </pc:cxnChg>
        <pc:cxnChg chg="mod">
          <ac:chgData name="Conrad Schiff" userId="49072068966f43fb" providerId="LiveId" clId="{3D9D0216-2A9C-4841-90D7-5A62370780AC}" dt="2025-12-18T15:53:23.550" v="1" actId="14100"/>
          <ac:cxnSpMkLst>
            <pc:docMk/>
            <pc:sldMk cId="2577790426" sldId="256"/>
            <ac:cxnSpMk id="48" creationId="{ADEBFBB7-40A1-F1C2-83C0-75C49108C35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719B-C21C-78F7-28C8-83279A762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D9EDB-FC25-23AD-2F62-BB7272F10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A837D-334B-2A40-04BA-9E87791B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A5E-F6DE-422C-AD26-B166D4CA72F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DCAFC-8443-AD44-28E6-AA07EC86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72586-17BF-DD61-D8B6-E778F576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1536-DE94-4049-8857-7D25304D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59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C214-F701-A551-7D8C-E30183B9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8CF8C-DB9B-1FAC-0EE0-6D1395757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693AC-34BD-16BA-0F98-B657DEE0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A5E-F6DE-422C-AD26-B166D4CA72F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53788-8AA1-C4E3-703D-AA5E044B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ED81C-C0A3-E426-2A8D-CECE6CA5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1536-DE94-4049-8857-7D25304D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93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620A-49A8-4872-7FA2-F96B1AEB2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2B345-20DF-0955-DF4C-3B9CAB661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E603-383F-70A9-2AE5-0CA2A9463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A5E-F6DE-422C-AD26-B166D4CA72F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6A44A-103A-9637-7F11-FB726C45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D6E17-F326-1BB6-8BDB-F18968F01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1536-DE94-4049-8857-7D25304D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61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7F83E-3400-887B-BD90-962E97C2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7B01C-635B-3B7A-BD20-B10820202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E92D2-3758-2902-61C1-662ABE9CD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04E8C-11E3-C448-A9FD-E0A14D44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A5E-F6DE-422C-AD26-B166D4CA72F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A3C9B-D465-9855-5163-77DBD21C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9D2D9-1F73-9E07-27CB-AE640107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1536-DE94-4049-8857-7D25304D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86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7A69-BE63-9A9F-348C-E47154825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27E73-DD38-7E2A-1669-42B5CE3E6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B64D0-585D-DF2B-BD2E-9C535EAFD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24688A-0D29-1010-1A59-23182572F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874ACA-664E-283F-FACE-E776F633A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CE5563-20DA-F54A-38D1-7A68F7B52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A5E-F6DE-422C-AD26-B166D4CA72F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4627E-213A-9D3B-80D2-8B246A76B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700872-95A8-B61C-0F2E-06499936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1536-DE94-4049-8857-7D25304D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5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CE346-156A-2A79-2351-98379F66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39CE09-0960-F577-BC7E-51177CF0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A5E-F6DE-422C-AD26-B166D4CA72F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8EFC9-A384-5582-5E64-BEBD944A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29614-F50B-EE9E-D88D-0E5B3241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1536-DE94-4049-8857-7D25304D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4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3B110A-C9B0-417B-F6AA-65DFEA4C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A5E-F6DE-422C-AD26-B166D4CA72F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548EE-72BC-B4F2-6785-78F2EB66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F7A9F-6502-95CC-BD98-9A05F4F6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1536-DE94-4049-8857-7D25304D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9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2D01-1F99-46D1-DC78-5A0743F7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E20D1-AF40-C207-628C-6B39294EB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E81D9-09D7-E5BB-6291-FF26B13C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FA6EB-3B8D-6BEF-164F-5CFF73B9C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A5E-F6DE-422C-AD26-B166D4CA72F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BA326-7CBF-9956-CBCD-DC0AC93A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AABF6-CCB5-7810-3CE3-B50F8F61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1536-DE94-4049-8857-7D25304D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2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EEF1-B703-AD9E-F37A-4B758E05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F268A1-70D4-AE28-9F59-C3525D70CB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33BBD-E2A0-5344-790C-F0C0285C5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CAE21-70AC-5B57-1740-A02ECD146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A5E-F6DE-422C-AD26-B166D4CA72F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BC9AA-D8C4-D9C6-4C6D-E998CC82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90CEC-A9A7-9A77-2D21-10461874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1536-DE94-4049-8857-7D25304D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EC40-00A3-275C-6098-C3F54B31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F972E-561E-7E74-83B4-D08A422EA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8CC45-3BDB-DD3F-EDED-7A239BE7F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A5E-F6DE-422C-AD26-B166D4CA72F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3A04E-D0CE-8675-AEE9-663844C2D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B189F-5068-1C13-F85A-5F1706BA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1536-DE94-4049-8857-7D25304D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1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BDD204-0EEA-F2C8-3DE6-F89FE628A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3A67A-A107-DDC9-0496-8A6EDFC50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9AD28-94BF-2623-0AE1-D5F6018FD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A5E-F6DE-422C-AD26-B166D4CA72F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8E045-7C81-6DB2-556F-E0CD6B62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C844E-8B95-4436-0BF5-0482C947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1536-DE94-4049-8857-7D25304D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CBA6CB-E627-0A19-49D4-AF834BAA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D6BD7-B0FD-7E5A-4B54-246C4F51A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B889B-B1A1-37FB-984A-CCF387819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52A5E-F6DE-422C-AD26-B166D4CA72F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4BA66-B224-F192-1700-A7030B357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D1286-230F-72A7-66F0-ED22F3640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11536-DE94-4049-8857-7D25304D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3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 6">
            <a:extLst>
              <a:ext uri="{FF2B5EF4-FFF2-40B4-BE49-F238E27FC236}">
                <a16:creationId xmlns:a16="http://schemas.microsoft.com/office/drawing/2014/main" id="{5B2E1E64-2390-5412-93B1-EA153E70A80E}"/>
              </a:ext>
            </a:extLst>
          </p:cNvPr>
          <p:cNvSpPr/>
          <p:nvPr/>
        </p:nvSpPr>
        <p:spPr>
          <a:xfrm>
            <a:off x="2526296" y="2686323"/>
            <a:ext cx="7003915" cy="1044731"/>
          </a:xfrm>
          <a:prstGeom prst="arc">
            <a:avLst>
              <a:gd name="adj1" fmla="val 10554678"/>
              <a:gd name="adj2" fmla="val 2155354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68F9F7AD-0EB0-8CB6-4DC2-64BD29514B44}"/>
              </a:ext>
            </a:extLst>
          </p:cNvPr>
          <p:cNvSpPr/>
          <p:nvPr/>
        </p:nvSpPr>
        <p:spPr>
          <a:xfrm flipV="1">
            <a:off x="2454960" y="2953436"/>
            <a:ext cx="7003915" cy="1044731"/>
          </a:xfrm>
          <a:prstGeom prst="arc">
            <a:avLst>
              <a:gd name="adj1" fmla="val 10554678"/>
              <a:gd name="adj2" fmla="val 2155354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C3FBB878-4B6B-E238-E79B-7F406D655605}"/>
              </a:ext>
            </a:extLst>
          </p:cNvPr>
          <p:cNvSpPr/>
          <p:nvPr/>
        </p:nvSpPr>
        <p:spPr>
          <a:xfrm flipV="1">
            <a:off x="2594042" y="3254408"/>
            <a:ext cx="7003915" cy="1044731"/>
          </a:xfrm>
          <a:prstGeom prst="arc">
            <a:avLst>
              <a:gd name="adj1" fmla="val 21105049"/>
              <a:gd name="adj2" fmla="val 21484862"/>
            </a:avLst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A9E41F-264E-1E95-6B28-149747267CBC}"/>
              </a:ext>
            </a:extLst>
          </p:cNvPr>
          <p:cNvGrpSpPr/>
          <p:nvPr/>
        </p:nvGrpSpPr>
        <p:grpSpPr>
          <a:xfrm>
            <a:off x="5208381" y="2798554"/>
            <a:ext cx="780848" cy="742688"/>
            <a:chOff x="3874202" y="2781922"/>
            <a:chExt cx="780848" cy="742688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3466174-C59F-F3BE-5FF6-ACA1C5BBC3D3}"/>
                </a:ext>
              </a:extLst>
            </p:cNvPr>
            <p:cNvSpPr/>
            <p:nvPr/>
          </p:nvSpPr>
          <p:spPr>
            <a:xfrm>
              <a:off x="4227519" y="3254408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9BCFE9C-E843-882E-C946-5442EF863DEE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flipV="1">
              <a:off x="4250379" y="2781922"/>
              <a:ext cx="0" cy="4724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45759E8-D68F-A636-664F-6DA05BF9BF90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 flipH="1">
              <a:off x="3874202" y="3293432"/>
              <a:ext cx="360012" cy="231178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33517F5-B440-97CA-BC1F-683F794B6C99}"/>
                </a:ext>
              </a:extLst>
            </p:cNvPr>
            <p:cNvCxnSpPr>
              <a:cxnSpLocks/>
              <a:stCxn id="25" idx="5"/>
            </p:cNvCxnSpPr>
            <p:nvPr/>
          </p:nvCxnSpPr>
          <p:spPr>
            <a:xfrm>
              <a:off x="4266543" y="3293432"/>
              <a:ext cx="388507" cy="20275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99DBEBB-9358-C229-AB1C-030EAF3BF82C}"/>
              </a:ext>
            </a:extLst>
          </p:cNvPr>
          <p:cNvGrpSpPr/>
          <p:nvPr/>
        </p:nvGrpSpPr>
        <p:grpSpPr>
          <a:xfrm>
            <a:off x="2105460" y="2179889"/>
            <a:ext cx="1818278" cy="1818278"/>
            <a:chOff x="2105460" y="2179889"/>
            <a:chExt cx="1818278" cy="181827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63B8672-FEA5-B7A3-DD89-4DA2639D0DF8}"/>
                </a:ext>
              </a:extLst>
            </p:cNvPr>
            <p:cNvSpPr/>
            <p:nvPr/>
          </p:nvSpPr>
          <p:spPr>
            <a:xfrm>
              <a:off x="2105460" y="2179889"/>
              <a:ext cx="1818278" cy="181827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2000">
                  <a:srgbClr val="FFFF00"/>
                </a:gs>
                <a:gs pos="75000">
                  <a:srgbClr val="FFC000"/>
                </a:gs>
                <a:gs pos="99000">
                  <a:srgbClr val="FF000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A543FB5-735E-50ED-671C-6986CA808BD4}"/>
                </a:ext>
              </a:extLst>
            </p:cNvPr>
            <p:cNvSpPr/>
            <p:nvPr/>
          </p:nvSpPr>
          <p:spPr>
            <a:xfrm>
              <a:off x="2991739" y="3089028"/>
              <a:ext cx="45719" cy="45719"/>
            </a:xfrm>
            <a:prstGeom prst="ellipse">
              <a:avLst/>
            </a:prstGeom>
            <a:noFill/>
            <a:ln w="254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CEFC267-3B1A-12A7-CFF4-72F5059F8B6D}"/>
              </a:ext>
            </a:extLst>
          </p:cNvPr>
          <p:cNvCxnSpPr>
            <a:cxnSpLocks/>
            <a:stCxn id="25" idx="2"/>
            <a:endCxn id="51" idx="6"/>
          </p:cNvCxnSpPr>
          <p:nvPr/>
        </p:nvCxnSpPr>
        <p:spPr>
          <a:xfrm flipH="1" flipV="1">
            <a:off x="3037458" y="3111888"/>
            <a:ext cx="2524240" cy="1820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BEAD6AB-4419-8A84-85A1-C944EC8DCE93}"/>
              </a:ext>
            </a:extLst>
          </p:cNvPr>
          <p:cNvGrpSpPr/>
          <p:nvPr/>
        </p:nvGrpSpPr>
        <p:grpSpPr>
          <a:xfrm>
            <a:off x="9252047" y="3001546"/>
            <a:ext cx="556329" cy="556329"/>
            <a:chOff x="9252047" y="3001546"/>
            <a:chExt cx="556329" cy="55632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6805B5A-7FD4-FCF2-DA81-CD2314E55FB6}"/>
                </a:ext>
              </a:extLst>
            </p:cNvPr>
            <p:cNvSpPr/>
            <p:nvPr/>
          </p:nvSpPr>
          <p:spPr>
            <a:xfrm>
              <a:off x="9252047" y="3001546"/>
              <a:ext cx="556329" cy="556329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2000">
                  <a:srgbClr val="00B0F0"/>
                </a:gs>
                <a:gs pos="75000">
                  <a:srgbClr val="92D050"/>
                </a:gs>
                <a:gs pos="99000">
                  <a:srgbClr val="0070C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3903F88-1087-07EE-53F9-FBD3E9D8A3E7}"/>
                </a:ext>
              </a:extLst>
            </p:cNvPr>
            <p:cNvSpPr/>
            <p:nvPr/>
          </p:nvSpPr>
          <p:spPr>
            <a:xfrm>
              <a:off x="9503761" y="3254408"/>
              <a:ext cx="45719" cy="45719"/>
            </a:xfrm>
            <a:prstGeom prst="ellipse">
              <a:avLst/>
            </a:prstGeom>
            <a:noFill/>
            <a:ln w="254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DEBFBB7-40A1-F1C2-83C0-75C49108C350}"/>
              </a:ext>
            </a:extLst>
          </p:cNvPr>
          <p:cNvCxnSpPr>
            <a:cxnSpLocks/>
            <a:stCxn id="25" idx="6"/>
            <a:endCxn id="55" idx="2"/>
          </p:cNvCxnSpPr>
          <p:nvPr/>
        </p:nvCxnSpPr>
        <p:spPr>
          <a:xfrm flipV="1">
            <a:off x="5607417" y="3277268"/>
            <a:ext cx="3896344" cy="16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790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Conrad Schiff</dc:creator>
  <cp:lastModifiedBy>Conrad Schiff</cp:lastModifiedBy>
  <cp:revision>1</cp:revision>
  <dcterms:created xsi:type="dcterms:W3CDTF">2025-12-18T13:34:07Z</dcterms:created>
  <dcterms:modified xsi:type="dcterms:W3CDTF">2025-12-18T15:53:29Z</dcterms:modified>
</cp:coreProperties>
</file>