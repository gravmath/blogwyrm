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BAC5C2-8611-4D51-ACD8-95F30D143E9D}" v="5" dt="2024-04-30T09:08:04.1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61" autoAdjust="0"/>
    <p:restoredTop sz="94660"/>
  </p:normalViewPr>
  <p:slideViewPr>
    <p:cSldViewPr snapToGrid="0">
      <p:cViewPr>
        <p:scale>
          <a:sx n="125" d="100"/>
          <a:sy n="125" d="100"/>
        </p:scale>
        <p:origin x="546" y="-4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onrad Schiff" userId="49072068966f43fb" providerId="LiveId" clId="{20BAC5C2-8611-4D51-ACD8-95F30D143E9D}"/>
    <pc:docChg chg="custSel modSld">
      <pc:chgData name="Conrad Schiff" userId="49072068966f43fb" providerId="LiveId" clId="{20BAC5C2-8611-4D51-ACD8-95F30D143E9D}" dt="2024-04-30T09:08:04.111" v="213" actId="20577"/>
      <pc:docMkLst>
        <pc:docMk/>
      </pc:docMkLst>
      <pc:sldChg chg="addSp modSp mod">
        <pc:chgData name="Conrad Schiff" userId="49072068966f43fb" providerId="LiveId" clId="{20BAC5C2-8611-4D51-ACD8-95F30D143E9D}" dt="2024-04-30T09:08:04.111" v="213" actId="20577"/>
        <pc:sldMkLst>
          <pc:docMk/>
          <pc:sldMk cId="3887333947" sldId="256"/>
        </pc:sldMkLst>
        <pc:spChg chg="mod">
          <ac:chgData name="Conrad Schiff" userId="49072068966f43fb" providerId="LiveId" clId="{20BAC5C2-8611-4D51-ACD8-95F30D143E9D}" dt="2024-04-30T09:07:59.486" v="212" actId="20577"/>
          <ac:spMkLst>
            <pc:docMk/>
            <pc:sldMk cId="3887333947" sldId="256"/>
            <ac:spMk id="22" creationId="{43C27254-ADB6-99A5-2099-D638CF7AC193}"/>
          </ac:spMkLst>
        </pc:spChg>
        <pc:spChg chg="mod">
          <ac:chgData name="Conrad Schiff" userId="49072068966f43fb" providerId="LiveId" clId="{20BAC5C2-8611-4D51-ACD8-95F30D143E9D}" dt="2024-04-30T09:08:04.111" v="213" actId="20577"/>
          <ac:spMkLst>
            <pc:docMk/>
            <pc:sldMk cId="3887333947" sldId="256"/>
            <ac:spMk id="23" creationId="{A877E110-E130-C2C4-7384-90AE8D805AAE}"/>
          </ac:spMkLst>
        </pc:spChg>
        <pc:spChg chg="add mod">
          <ac:chgData name="Conrad Schiff" userId="49072068966f43fb" providerId="LiveId" clId="{20BAC5C2-8611-4D51-ACD8-95F30D143E9D}" dt="2024-04-30T08:54:50.693" v="209" actId="1037"/>
          <ac:spMkLst>
            <pc:docMk/>
            <pc:sldMk cId="3887333947" sldId="256"/>
            <ac:spMk id="26" creationId="{D1B5846E-CE68-5CED-3DF2-8E0023F4B09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F3D3F5-87E3-41F0-A513-5A5B404FD4D8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7B6BC5-28E1-4BAA-80B0-BEA7A0E352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4642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A7B6BC5-28E1-4BAA-80B0-BEA7A0E3522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5915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7B25B2-444D-F6A3-8B7A-E9056E1827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121385-D2EE-72DB-8ED6-3FD805702E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792919-CFFF-8345-115A-DC79C96BE5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B82F95-149A-DC97-ABA2-0F58C19D0A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956798-19E9-7B7E-3D9C-CAAF23571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937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28346-F17C-42C9-F2CF-CB02C3CBDC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EF1BF6-238D-B02D-F86A-DD8549C44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32805-8C13-0C84-F664-3205E1251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C05CD0-B4B1-9B6B-537D-6242C9CD6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835FB0-5FAB-476A-BFF7-DCA084B66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60375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2136E9-6491-3877-3E0B-3C454F9D1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A74DD-50D7-DDB6-7FF2-EBF013E8CB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EE9189-8125-6557-C52F-FB371CA483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278923-7647-42DC-5870-7BA043503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6E36F-D683-283A-6B31-1D2A19BF3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10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4C688-AE1B-21EB-955A-35428AF87C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2F488-068A-D7E8-280C-1EDCE4117A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464FF2-274F-54C8-1BEC-CA48B07B8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540F3C-BD1A-4DD3-CCD7-3CB149AB14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2822E2-6FC6-45C5-B210-3F6BB73C3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580F4E-09D2-58FE-C09E-01532EB8D9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5425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F3C2D2-9E9C-5C55-B167-1C96BF45CF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097D10-0B66-3973-68CD-DF8C9B15F4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0400D3-8CD1-228D-E6A4-7BDF3A771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E2002F-1011-C389-F4C7-FA7002D155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E97934-714A-B20F-DEAC-D7D10A4C7D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FCE1832-791B-EAB8-E926-CE437444F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B13DCD3-05D8-BDB7-E20C-63B22EE8D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09CB602-0DDD-3DE5-5972-B8FDE5C663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4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F0FE8-7D99-C5A9-6660-26288D0A6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C64211-1126-D298-C9C7-7C45A7D92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C902AE-5A31-31D0-1351-A7DABD333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211E07-4A85-C9C6-0788-4E4F2A1D44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7156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A9107E-6465-8A12-4C22-2355E32E6B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A12D89D-EDF8-6474-6E79-CD1BBA74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C31C20-EB6B-0DEF-1E00-BDD16466C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020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467DC6-1DEB-EEA1-ACB4-9E329E3E99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2C4A6F-CD9D-F3C2-6ED4-4F5ED0CA26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CF048-ED05-7416-C032-84B5CABE4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BDAD3F-7255-776F-F85F-023B14194C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3E94DD-C42F-2AF1-2F8A-9D4ACA98EA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4C231E-1845-B4E7-E2D7-24F930415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15496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D9ADAE-3E9C-7478-AEB8-7CAEFFC68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B12270-CD9C-9E98-CBE5-D7B7CAA5A9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57A27D-991B-3894-97EA-DF6CF74524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C4E92-B34F-17C7-536F-257EB72D61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F28FFD-FE49-C2FF-10A9-94D8373F83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E38BB1-9AD8-F949-CF56-5C91D948A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981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F0E46-36E3-3A10-1580-DD5C862E8F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959868-1993-75BC-F2D5-F38A64A534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4EDBC3-926B-EFD2-BA35-B6C077203F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E4CCF7-4891-5690-94BA-DFE303E2A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65F467-0031-3A96-C77C-68D3D3FC6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97350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806CE59-477D-F0F6-8909-43FD7F17D52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843A1D-4087-F2E6-87F7-132D6E1577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4CB459-475E-BFFC-B706-A510E51E6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D088D-3301-0083-DCE2-48C79BC256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3313C-7ED9-F083-F10F-1292F7DC3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2308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D07632-420E-1DE4-2C06-7C9A144255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C88068-91E3-7513-B108-46E7189DFE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408CF2-BB0D-5A25-957A-D36B7E9684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304820-BB8C-4C8B-AB5F-E720188F9D20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4AD9FE-863B-F5EA-C936-5993967720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43A843-8FA9-EC4E-38E7-A2AEAF0B23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6A0B0C-FE88-4916-A058-7C097F8C63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0858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be 5">
            <a:extLst>
              <a:ext uri="{FF2B5EF4-FFF2-40B4-BE49-F238E27FC236}">
                <a16:creationId xmlns:a16="http://schemas.microsoft.com/office/drawing/2014/main" id="{C36526E4-13B3-BB15-11D9-3DFEA6C92953}"/>
              </a:ext>
            </a:extLst>
          </p:cNvPr>
          <p:cNvSpPr/>
          <p:nvPr/>
        </p:nvSpPr>
        <p:spPr>
          <a:xfrm>
            <a:off x="3619500" y="3114675"/>
            <a:ext cx="6381750" cy="2781300"/>
          </a:xfrm>
          <a:prstGeom prst="cube">
            <a:avLst>
              <a:gd name="adj" fmla="val 96023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158187EA-962B-3357-A4CE-8958F1E9D2C9}"/>
              </a:ext>
            </a:extLst>
          </p:cNvPr>
          <p:cNvGrpSpPr/>
          <p:nvPr/>
        </p:nvGrpSpPr>
        <p:grpSpPr>
          <a:xfrm>
            <a:off x="5843586" y="762000"/>
            <a:ext cx="466725" cy="2667000"/>
            <a:chOff x="5862636" y="762000"/>
            <a:chExt cx="466725" cy="266700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D399E3F-2646-8CD9-74C2-5FC2F01466EB}"/>
                </a:ext>
              </a:extLst>
            </p:cNvPr>
            <p:cNvSpPr/>
            <p:nvPr/>
          </p:nvSpPr>
          <p:spPr>
            <a:xfrm>
              <a:off x="5862636" y="762000"/>
              <a:ext cx="466725" cy="466725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265EAFAB-5016-3149-7BA7-846BAEF9694B}"/>
                </a:ext>
              </a:extLst>
            </p:cNvPr>
            <p:cNvCxnSpPr>
              <a:cxnSpLocks/>
              <a:stCxn id="8" idx="4"/>
            </p:cNvCxnSpPr>
            <p:nvPr/>
          </p:nvCxnSpPr>
          <p:spPr>
            <a:xfrm>
              <a:off x="6095999" y="1228725"/>
              <a:ext cx="0" cy="2200275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1876C57-1649-9235-24E0-5DEB72D0FE14}"/>
              </a:ext>
            </a:extLst>
          </p:cNvPr>
          <p:cNvCxnSpPr>
            <a:cxnSpLocks/>
          </p:cNvCxnSpPr>
          <p:nvPr/>
        </p:nvCxnSpPr>
        <p:spPr>
          <a:xfrm>
            <a:off x="6076947" y="3267075"/>
            <a:ext cx="0" cy="141922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DEB541A-1804-0AAB-013E-FB72219D61F1}"/>
              </a:ext>
            </a:extLst>
          </p:cNvPr>
          <p:cNvCxnSpPr>
            <a:cxnSpLocks/>
          </p:cNvCxnSpPr>
          <p:nvPr/>
        </p:nvCxnSpPr>
        <p:spPr>
          <a:xfrm>
            <a:off x="5562604" y="1033462"/>
            <a:ext cx="0" cy="365283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C27254-ADB6-99A5-2099-D638CF7AC193}"/>
                  </a:ext>
                </a:extLst>
              </p:cNvPr>
              <p:cNvSpPr txBox="1"/>
              <p:nvPr/>
            </p:nvSpPr>
            <p:spPr>
              <a:xfrm>
                <a:off x="5041116" y="4438649"/>
                <a:ext cx="48101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3C27254-ADB6-99A5-2099-D638CF7AC1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41116" y="4438649"/>
                <a:ext cx="481013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Cube 22">
                <a:extLst>
                  <a:ext uri="{FF2B5EF4-FFF2-40B4-BE49-F238E27FC236}">
                    <a16:creationId xmlns:a16="http://schemas.microsoft.com/office/drawing/2014/main" id="{A877E110-E130-C2C4-7384-90AE8D805AAE}"/>
                  </a:ext>
                </a:extLst>
              </p:cNvPr>
              <p:cNvSpPr/>
              <p:nvPr/>
            </p:nvSpPr>
            <p:spPr>
              <a:xfrm>
                <a:off x="6793720" y="3514725"/>
                <a:ext cx="2162175" cy="1695449"/>
              </a:xfrm>
              <a:prstGeom prst="cube">
                <a:avLst>
                  <a:gd name="adj" fmla="val 85159"/>
                </a:avLst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3" name="Cube 22">
                <a:extLst>
                  <a:ext uri="{FF2B5EF4-FFF2-40B4-BE49-F238E27FC236}">
                    <a16:creationId xmlns:a16="http://schemas.microsoft.com/office/drawing/2014/main" id="{A877E110-E130-C2C4-7384-90AE8D805A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3720" y="3514725"/>
                <a:ext cx="2162175" cy="1695449"/>
              </a:xfrm>
              <a:prstGeom prst="cube">
                <a:avLst>
                  <a:gd name="adj" fmla="val 85159"/>
                </a:avLst>
              </a:prstGeom>
              <a:blipFill>
                <a:blip r:embed="rId4"/>
                <a:stretch>
                  <a:fillRect b="-2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Parallelogram 25">
            <a:extLst>
              <a:ext uri="{FF2B5EF4-FFF2-40B4-BE49-F238E27FC236}">
                <a16:creationId xmlns:a16="http://schemas.microsoft.com/office/drawing/2014/main" id="{D1B5846E-CE68-5CED-3DF2-8E0023F4B09A}"/>
              </a:ext>
            </a:extLst>
          </p:cNvPr>
          <p:cNvSpPr/>
          <p:nvPr/>
        </p:nvSpPr>
        <p:spPr>
          <a:xfrm rot="18900000">
            <a:off x="6612744" y="4062410"/>
            <a:ext cx="2486024" cy="266699"/>
          </a:xfrm>
          <a:prstGeom prst="parallelogram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measuring device</a:t>
            </a:r>
          </a:p>
        </p:txBody>
      </p:sp>
    </p:spTree>
    <p:extLst>
      <p:ext uri="{BB962C8B-B14F-4D97-AF65-F5344CB8AC3E}">
        <p14:creationId xmlns:p14="http://schemas.microsoft.com/office/powerpoint/2010/main" val="388733394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1323</TotalTime>
  <Words>5</Words>
  <Application>Microsoft Office PowerPoint</Application>
  <PresentationFormat>Widescreen</PresentationFormat>
  <Paragraphs>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Cambria Math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Conrad Schiff</dc:creator>
  <cp:lastModifiedBy>Conrad Schiff</cp:lastModifiedBy>
  <cp:revision>1</cp:revision>
  <dcterms:created xsi:type="dcterms:W3CDTF">2024-04-29T11:04:22Z</dcterms:created>
  <dcterms:modified xsi:type="dcterms:W3CDTF">2024-04-30T09:08:04Z</dcterms:modified>
</cp:coreProperties>
</file>