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7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390C3-C5AB-C0ED-D456-D954105FB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2A7F84-AE0A-F1EE-57BA-D81B49150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23B8E-B664-DF06-8C13-B9DE63AE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097A-BB3D-448C-A07F-3B92076337DA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7A2B1-FCCE-69EA-51F3-614C886C3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0BF36-A1B9-E429-165E-D9127EBED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A9BC-DF5C-4FF0-83D5-F4B01FEC4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647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EF075-6DE3-F8C0-141D-8E3C3F77E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28B67-AFE1-BE24-ED56-F1EA076AA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F7D2F-6E86-B42E-D6B9-CFB078295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097A-BB3D-448C-A07F-3B92076337DA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11057-489E-E513-D303-253502973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E8223-51D3-237E-3FC7-3676D6F39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A9BC-DF5C-4FF0-83D5-F4B01FEC4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68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8A053-5F3D-54B8-5279-2145CDFBB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F973D-2434-5CBA-76CF-A25BB63B8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25EC3-61C5-2ADD-F5EA-E51AE67A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097A-BB3D-448C-A07F-3B92076337DA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01DF8-A424-F922-71CE-1CDA704C1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D63A3-531A-A2F6-81A5-740584FF3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A9BC-DF5C-4FF0-83D5-F4B01FEC4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92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83DC-B1F6-35D4-9CE1-D384C6E2B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563A0-B082-11D4-4CA0-3C4E2459EE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EF612-A9F5-A33D-63A3-8863C62219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B9448-A453-04A7-5B3A-975941C8A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097A-BB3D-448C-A07F-3B92076337DA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666F7-8ABA-815D-1310-770F6FD5E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10D47-18C8-EE65-CD41-E81E0F43A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A9BC-DF5C-4FF0-83D5-F4B01FEC4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100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A5EC4-3EBC-6374-5F2B-0ED7B73DF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7EC75-28E2-9D82-987D-0A8BF711A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B5C035-FDAB-1BD7-835B-2CA40518C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63E5FB-2710-E6D4-BE2D-DAC90F4F5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65E49E-66AE-4E5E-A5A6-18199DDCDD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17E345-544B-8C76-F976-FFE7AA19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097A-BB3D-448C-A07F-3B92076337DA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B16EB6-445B-539B-FB1E-355F55B75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C16B7E-CEFA-5B3C-2C47-594CA02BF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A9BC-DF5C-4FF0-83D5-F4B01FEC4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44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552B1-FA31-AFF2-B4ED-D7577E100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20DC7C-AA61-31E9-68CF-2E37694AF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097A-BB3D-448C-A07F-3B92076337DA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3E230-E7EC-0214-43F9-B2C517163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05510-31B1-678F-0016-244135029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A9BC-DF5C-4FF0-83D5-F4B01FEC4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07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E465CC-01D1-01FA-A2F8-E5B1ED666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097A-BB3D-448C-A07F-3B92076337DA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9398FA-B4F1-3E3D-1569-348DB6F36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9B9C0-2001-EE5A-4AFC-C8558D037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A9BC-DF5C-4FF0-83D5-F4B01FEC4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66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944A1-3567-9D93-8430-2E325B8BE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2964E-090F-F9C0-A348-6E4423338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E4F1C-0391-FB61-B225-98560237C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5CC3B-0040-48DC-72CE-7A7815770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097A-BB3D-448C-A07F-3B92076337DA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1734B-7D98-B25E-9C4E-FF3762C1A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34528-9588-A532-051C-A9FEA1649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A9BC-DF5C-4FF0-83D5-F4B01FEC4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797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E1852-C4B9-EDDE-2ACA-022D2FFA7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8F6076-DAFE-523A-DC13-D17B733CE3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27F24-E3EB-7E14-8FEA-3D867CC446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FBFE7-C35A-A476-2EF7-B9C9BE7E8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097A-BB3D-448C-A07F-3B92076337DA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6FB3E-3431-3E69-BFFF-D7B946B10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1FA1C-4354-C867-66D7-796D60D32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A9BC-DF5C-4FF0-83D5-F4B01FEC4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67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75BF-04F6-90AC-4773-1EB5DC90F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2ABE0-086E-6860-26C8-E1DCF63225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75019-8D3E-1D6C-ED19-A1D147300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097A-BB3D-448C-A07F-3B92076337DA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2A3B8-09DE-33EB-1F5F-A05EA73B9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6ACC8-C47D-DE85-3909-C622058BB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A9BC-DF5C-4FF0-83D5-F4B01FEC4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643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C1DE57-3CDF-3302-D73D-B63DBBDE3D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B2805D-CC0E-C1CF-0A98-E5AFD3704A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19824-970D-862D-4677-ED0CD3986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7097A-BB3D-448C-A07F-3B92076337DA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BAE82-193F-E653-2938-E571ECAC6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33068-87EB-D0D8-21C6-A61DFCC1C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2A9BC-DF5C-4FF0-83D5-F4B01FEC4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52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C84735-0EF1-6CAF-665C-187CF1E21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3CA72-4FC7-00AB-6B47-9B9983C23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77B57-4C10-2C21-5012-D9A50C747F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7097A-BB3D-448C-A07F-3B92076337DA}" type="datetimeFigureOut">
              <a:rPr lang="en-US" smtClean="0"/>
              <a:t>4/24/2024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1E478-0EFD-5618-7DB2-D7FFCE466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1D242-D02A-4B80-61D2-81EB783F46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52A9BC-DF5C-4FF0-83D5-F4B01FEC41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340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942DF48C-F4FA-21D1-5352-C2B02F14E1B5}"/>
              </a:ext>
            </a:extLst>
          </p:cNvPr>
          <p:cNvGrpSpPr/>
          <p:nvPr/>
        </p:nvGrpSpPr>
        <p:grpSpPr>
          <a:xfrm>
            <a:off x="1284195" y="956976"/>
            <a:ext cx="9044025" cy="5098477"/>
            <a:chOff x="1284195" y="956976"/>
            <a:chExt cx="9044025" cy="509847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6D8AED3-F711-A68F-F0E2-5979BECEF6D0}"/>
                </a:ext>
              </a:extLst>
            </p:cNvPr>
            <p:cNvGrpSpPr/>
            <p:nvPr/>
          </p:nvGrpSpPr>
          <p:grpSpPr>
            <a:xfrm>
              <a:off x="1284195" y="956976"/>
              <a:ext cx="9044025" cy="5098477"/>
              <a:chOff x="2041576" y="735304"/>
              <a:chExt cx="9044025" cy="5098477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0E995776-8B91-AAC9-7596-85728B788D9C}"/>
                  </a:ext>
                </a:extLst>
              </p:cNvPr>
              <p:cNvGrpSpPr/>
              <p:nvPr/>
            </p:nvGrpSpPr>
            <p:grpSpPr>
              <a:xfrm rot="1293967">
                <a:off x="6005601" y="735304"/>
                <a:ext cx="5080000" cy="4013201"/>
                <a:chOff x="8712200" y="894782"/>
                <a:chExt cx="5080000" cy="4013201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FD07F25C-B166-8F1D-3B50-271B12D91220}"/>
                    </a:ext>
                  </a:extLst>
                </p:cNvPr>
                <p:cNvGrpSpPr/>
                <p:nvPr/>
              </p:nvGrpSpPr>
              <p:grpSpPr>
                <a:xfrm>
                  <a:off x="8712200" y="894782"/>
                  <a:ext cx="5080000" cy="4013201"/>
                  <a:chOff x="8712200" y="894782"/>
                  <a:chExt cx="5080000" cy="4013201"/>
                </a:xfrm>
              </p:grpSpPr>
              <p:pic>
                <p:nvPicPr>
                  <p:cNvPr id="15" name="Picture 14" descr="A newspaper with a blue and black text&#10;&#10;Description automatically generated">
                    <a:extLst>
                      <a:ext uri="{FF2B5EF4-FFF2-40B4-BE49-F238E27FC236}">
                        <a16:creationId xmlns:a16="http://schemas.microsoft.com/office/drawing/2014/main" id="{8773E013-1323-041C-7AF3-57530A600B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1236" t="16825" r="7701" b="19135"/>
                  <a:stretch/>
                </p:blipFill>
                <p:spPr>
                  <a:xfrm>
                    <a:off x="8712200" y="894782"/>
                    <a:ext cx="5080000" cy="4013201"/>
                  </a:xfrm>
                  <a:prstGeom prst="rect">
                    <a:avLst/>
                  </a:prstGeom>
                </p:spPr>
              </p:pic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BFEDFA32-97EA-2B0B-7710-3C551A9A3C35}"/>
                      </a:ext>
                    </a:extLst>
                  </p:cNvPr>
                  <p:cNvSpPr txBox="1"/>
                  <p:nvPr/>
                </p:nvSpPr>
                <p:spPr>
                  <a:xfrm>
                    <a:off x="8866693" y="1257300"/>
                    <a:ext cx="4709159" cy="715516"/>
                  </a:xfrm>
                  <a:prstGeom prst="rect">
                    <a:avLst/>
                  </a:prstGeom>
                  <a:solidFill>
                    <a:srgbClr val="EFEFEF"/>
                  </a:solidFill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algn="ctr"/>
                    <a:r>
                      <a:rPr lang="en-US" sz="5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Big Shoe Sale</a:t>
                    </a:r>
                  </a:p>
                </p:txBody>
              </p:sp>
            </p:grpSp>
            <p:pic>
              <p:nvPicPr>
                <p:cNvPr id="11" name="Picture 10" descr="A collection of different types of shoes&#10;&#10;Description automatically generated">
                  <a:extLst>
                    <a:ext uri="{FF2B5EF4-FFF2-40B4-BE49-F238E27FC236}">
                      <a16:creationId xmlns:a16="http://schemas.microsoft.com/office/drawing/2014/main" id="{3FECA884-5D5D-EF44-5BF1-148A73017E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60555"/>
                <a:stretch/>
              </p:blipFill>
              <p:spPr>
                <a:xfrm>
                  <a:off x="9138281" y="2370630"/>
                  <a:ext cx="4227837" cy="2444830"/>
                </a:xfrm>
                <a:prstGeom prst="rect">
                  <a:avLst/>
                </a:prstGeom>
              </p:spPr>
            </p:pic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39E8D380-C7F1-C0B3-5250-783996C78D2C}"/>
                  </a:ext>
                </a:extLst>
              </p:cNvPr>
              <p:cNvGrpSpPr/>
              <p:nvPr/>
            </p:nvGrpSpPr>
            <p:grpSpPr>
              <a:xfrm rot="19143302">
                <a:off x="2041576" y="1168843"/>
                <a:ext cx="5080000" cy="4013201"/>
                <a:chOff x="2922477" y="2324496"/>
                <a:chExt cx="5080000" cy="4013201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39CF7570-97D0-CA58-72BC-0FAB1D051325}"/>
                    </a:ext>
                  </a:extLst>
                </p:cNvPr>
                <p:cNvGrpSpPr/>
                <p:nvPr/>
              </p:nvGrpSpPr>
              <p:grpSpPr>
                <a:xfrm>
                  <a:off x="2922477" y="2324496"/>
                  <a:ext cx="5080000" cy="4013201"/>
                  <a:chOff x="8712200" y="894782"/>
                  <a:chExt cx="5080000" cy="4013201"/>
                </a:xfrm>
              </p:grpSpPr>
              <p:pic>
                <p:nvPicPr>
                  <p:cNvPr id="23" name="Picture 22" descr="A newspaper with a blue and black text&#10;&#10;Description automatically generated">
                    <a:extLst>
                      <a:ext uri="{FF2B5EF4-FFF2-40B4-BE49-F238E27FC236}">
                        <a16:creationId xmlns:a16="http://schemas.microsoft.com/office/drawing/2014/main" id="{4B22EF76-0F4D-5CD5-86AC-C50C040E8C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1236" t="16825" r="7701" b="19135"/>
                  <a:stretch/>
                </p:blipFill>
                <p:spPr>
                  <a:xfrm>
                    <a:off x="8712200" y="894782"/>
                    <a:ext cx="5080000" cy="4013201"/>
                  </a:xfrm>
                  <a:prstGeom prst="rect">
                    <a:avLst/>
                  </a:prstGeom>
                </p:spPr>
              </p:pic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E5F0042-A11E-FF09-6F35-606A4F387D1C}"/>
                      </a:ext>
                    </a:extLst>
                  </p:cNvPr>
                  <p:cNvSpPr txBox="1"/>
                  <p:nvPr/>
                </p:nvSpPr>
                <p:spPr>
                  <a:xfrm>
                    <a:off x="8866693" y="1257300"/>
                    <a:ext cx="4709159" cy="715516"/>
                  </a:xfrm>
                  <a:prstGeom prst="rect">
                    <a:avLst/>
                  </a:prstGeom>
                  <a:solidFill>
                    <a:srgbClr val="EFEFEF"/>
                  </a:solidFill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algn="ctr"/>
                    <a:r>
                      <a:rPr lang="en-US" sz="4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Shoes, Shoes, Shoes</a:t>
                    </a:r>
                  </a:p>
                </p:txBody>
              </p:sp>
            </p:grpSp>
            <p:pic>
              <p:nvPicPr>
                <p:cNvPr id="7" name="Picture 6" descr="A variety of shoes with text&#10;&#10;Description automatically generated with medium confidence">
                  <a:extLst>
                    <a:ext uri="{FF2B5EF4-FFF2-40B4-BE49-F238E27FC236}">
                      <a16:creationId xmlns:a16="http://schemas.microsoft.com/office/drawing/2014/main" id="{CE7BC025-9340-7C1A-9E40-CFFE10264C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3004" b="44821"/>
                <a:stretch/>
              </p:blipFill>
              <p:spPr>
                <a:xfrm>
                  <a:off x="3299157" y="3826328"/>
                  <a:ext cx="4093682" cy="2445853"/>
                </a:xfrm>
                <a:prstGeom prst="rect">
                  <a:avLst/>
                </a:prstGeom>
              </p:spPr>
            </p:pic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41FE5498-257C-B1F5-AD68-2F73C233025C}"/>
                  </a:ext>
                </a:extLst>
              </p:cNvPr>
              <p:cNvGrpSpPr/>
              <p:nvPr/>
            </p:nvGrpSpPr>
            <p:grpSpPr>
              <a:xfrm rot="20594573">
                <a:off x="3643917" y="881360"/>
                <a:ext cx="5080000" cy="4013201"/>
                <a:chOff x="5514500" y="3100147"/>
                <a:chExt cx="5080000" cy="4013201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0CBF785D-CF41-771A-2EEC-76EE6B92A48D}"/>
                    </a:ext>
                  </a:extLst>
                </p:cNvPr>
                <p:cNvGrpSpPr/>
                <p:nvPr/>
              </p:nvGrpSpPr>
              <p:grpSpPr>
                <a:xfrm>
                  <a:off x="5514500" y="3100147"/>
                  <a:ext cx="5080000" cy="4013201"/>
                  <a:chOff x="8712200" y="894782"/>
                  <a:chExt cx="5080000" cy="4013201"/>
                </a:xfrm>
              </p:grpSpPr>
              <p:pic>
                <p:nvPicPr>
                  <p:cNvPr id="26" name="Picture 25" descr="A newspaper with a blue and black text&#10;&#10;Description automatically generated">
                    <a:extLst>
                      <a:ext uri="{FF2B5EF4-FFF2-40B4-BE49-F238E27FC236}">
                        <a16:creationId xmlns:a16="http://schemas.microsoft.com/office/drawing/2014/main" id="{2BF189B5-F92D-8604-C73C-C7EE70989FB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1236" t="16825" r="7701" b="19135"/>
                  <a:stretch/>
                </p:blipFill>
                <p:spPr>
                  <a:xfrm>
                    <a:off x="8712200" y="894782"/>
                    <a:ext cx="5080000" cy="4013201"/>
                  </a:xfrm>
                  <a:prstGeom prst="rect">
                    <a:avLst/>
                  </a:prstGeom>
                </p:spPr>
              </p:pic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19764FF1-E6B0-D2FE-6FF8-7F78C0803C8A}"/>
                      </a:ext>
                    </a:extLst>
                  </p:cNvPr>
                  <p:cNvSpPr txBox="1"/>
                  <p:nvPr/>
                </p:nvSpPr>
                <p:spPr>
                  <a:xfrm>
                    <a:off x="8866693" y="1203960"/>
                    <a:ext cx="4709159" cy="715516"/>
                  </a:xfrm>
                  <a:prstGeom prst="rect">
                    <a:avLst/>
                  </a:prstGeom>
                  <a:solidFill>
                    <a:srgbClr val="EFEFEF"/>
                  </a:solidFill>
                </p:spPr>
                <p:txBody>
                  <a:bodyPr wrap="square" lIns="0" tIns="0" rIns="0" bIns="0" rtlCol="0" anchor="ctr">
                    <a:noAutofit/>
                  </a:bodyPr>
                  <a:lstStyle/>
                  <a:p>
                    <a:pPr algn="ctr"/>
                    <a:r>
                      <a:rPr lang="en-US" sz="3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Pumps, Slingbacks, Mules and More…</a:t>
                    </a:r>
                  </a:p>
                </p:txBody>
              </p:sp>
            </p:grpSp>
            <p:pic>
              <p:nvPicPr>
                <p:cNvPr id="9" name="Picture 8" descr="A collage of different types of shoes&#10;&#10;Description automatically generated">
                  <a:extLst>
                    <a:ext uri="{FF2B5EF4-FFF2-40B4-BE49-F238E27FC236}">
                      <a16:creationId xmlns:a16="http://schemas.microsoft.com/office/drawing/2014/main" id="{31C463E9-1D67-DECD-C4CE-2F2884E5DF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35896"/>
                <a:stretch/>
              </p:blipFill>
              <p:spPr>
                <a:xfrm>
                  <a:off x="5686597" y="4605101"/>
                  <a:ext cx="4572466" cy="2252899"/>
                </a:xfrm>
                <a:prstGeom prst="rect">
                  <a:avLst/>
                </a:prstGeom>
              </p:spPr>
            </p:pic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9762ED44-418F-1497-1934-0958AF534DD7}"/>
                  </a:ext>
                </a:extLst>
              </p:cNvPr>
              <p:cNvGrpSpPr/>
              <p:nvPr/>
            </p:nvGrpSpPr>
            <p:grpSpPr>
              <a:xfrm>
                <a:off x="4547243" y="1820580"/>
                <a:ext cx="5080000" cy="4013201"/>
                <a:chOff x="-2725478" y="1061749"/>
                <a:chExt cx="5080000" cy="4013201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404ADBF1-4ACD-15B6-667D-EFE1163DB1C7}"/>
                    </a:ext>
                  </a:extLst>
                </p:cNvPr>
                <p:cNvGrpSpPr/>
                <p:nvPr/>
              </p:nvGrpSpPr>
              <p:grpSpPr>
                <a:xfrm>
                  <a:off x="-2725478" y="1061749"/>
                  <a:ext cx="5080000" cy="4013201"/>
                  <a:chOff x="8712200" y="894782"/>
                  <a:chExt cx="5080000" cy="4013201"/>
                </a:xfrm>
              </p:grpSpPr>
              <p:pic>
                <p:nvPicPr>
                  <p:cNvPr id="20" name="Picture 19" descr="A newspaper with a blue and black text&#10;&#10;Description automatically generated">
                    <a:extLst>
                      <a:ext uri="{FF2B5EF4-FFF2-40B4-BE49-F238E27FC236}">
                        <a16:creationId xmlns:a16="http://schemas.microsoft.com/office/drawing/2014/main" id="{6E75D7B6-8693-5836-326A-7581CC7B104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1236" t="16825" r="7701" b="19135"/>
                  <a:stretch/>
                </p:blipFill>
                <p:spPr>
                  <a:xfrm>
                    <a:off x="8712200" y="894782"/>
                    <a:ext cx="5080000" cy="4013201"/>
                  </a:xfrm>
                  <a:prstGeom prst="rect">
                    <a:avLst/>
                  </a:prstGeom>
                </p:spPr>
              </p:pic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853EFFB1-4F03-96E8-D8BE-227FEAEEF541}"/>
                      </a:ext>
                    </a:extLst>
                  </p:cNvPr>
                  <p:cNvSpPr txBox="1"/>
                  <p:nvPr/>
                </p:nvSpPr>
                <p:spPr>
                  <a:xfrm>
                    <a:off x="8808433" y="1215023"/>
                    <a:ext cx="4709159" cy="721130"/>
                  </a:xfrm>
                  <a:prstGeom prst="rect">
                    <a:avLst/>
                  </a:prstGeom>
                  <a:solidFill>
                    <a:srgbClr val="EFEFEF"/>
                  </a:solidFill>
                </p:spPr>
                <p:txBody>
                  <a:bodyPr wrap="square" lIns="0" tIns="0" rIns="0" bIns="0" rtlCol="0">
                    <a:noAutofit/>
                  </a:bodyPr>
                  <a:lstStyle/>
                  <a:p>
                    <a:pPr algn="ctr"/>
                    <a:r>
                      <a:rPr lang="en-US" sz="2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Blowout on Styles You Love</a:t>
                    </a:r>
                  </a:p>
                </p:txBody>
              </p:sp>
            </p:grpSp>
            <p:pic>
              <p:nvPicPr>
                <p:cNvPr id="5" name="Picture 4" descr="A collection of different colored shoes&#10;&#10;Description automatically generated">
                  <a:extLst>
                    <a:ext uri="{FF2B5EF4-FFF2-40B4-BE49-F238E27FC236}">
                      <a16:creationId xmlns:a16="http://schemas.microsoft.com/office/drawing/2014/main" id="{1EC3E4DF-CAB7-3DEA-878A-7D941771ED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30396" b="32969"/>
                <a:stretch/>
              </p:blipFill>
              <p:spPr>
                <a:xfrm>
                  <a:off x="-2422820" y="2617069"/>
                  <a:ext cx="4397508" cy="2250060"/>
                </a:xfrm>
                <a:prstGeom prst="rect">
                  <a:avLst/>
                </a:prstGeom>
              </p:spPr>
            </p:pic>
          </p:grpSp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FC693479-690E-70A6-F50C-8730A16B81CA}"/>
                  </a:ext>
                </a:extLst>
              </p:cNvPr>
              <p:cNvSpPr/>
              <p:nvPr/>
            </p:nvSpPr>
            <p:spPr>
              <a:xfrm>
                <a:off x="9437894" y="1820577"/>
                <a:ext cx="186960" cy="234331"/>
              </a:xfrm>
              <a:prstGeom prst="roundRect">
                <a:avLst/>
              </a:prstGeom>
              <a:solidFill>
                <a:srgbClr val="EFEF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A01BB31B-D2E1-ACD9-C602-A51BA0629E9D}"/>
                </a:ext>
              </a:extLst>
            </p:cNvPr>
            <p:cNvSpPr/>
            <p:nvPr/>
          </p:nvSpPr>
          <p:spPr>
            <a:xfrm>
              <a:off x="7255205" y="1942221"/>
              <a:ext cx="186960" cy="109877"/>
            </a:xfrm>
            <a:prstGeom prst="roundRect">
              <a:avLst/>
            </a:prstGeom>
            <a:solidFill>
              <a:srgbClr val="EFE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6538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21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Conrad Schiff</dc:creator>
  <cp:lastModifiedBy>Conrad Schiff</cp:lastModifiedBy>
  <cp:revision>1</cp:revision>
  <dcterms:created xsi:type="dcterms:W3CDTF">2024-04-24T11:07:23Z</dcterms:created>
  <dcterms:modified xsi:type="dcterms:W3CDTF">2024-04-24T11:31:33Z</dcterms:modified>
</cp:coreProperties>
</file>