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BDDF-2B1D-32E9-7D83-884E8B9B7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3F9BE-6F6D-FED3-1CD8-1885DF113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3FCA4-8AB9-E842-829F-EB05295D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ABA83-3D93-F4C4-8A6F-61F27109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C05D0-B3AD-17A8-B3AB-EBC986D9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5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8FE5-38B9-9FAB-A053-F0B196A4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65B46-7C2E-16AA-F153-9CC951E0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37787-9676-D59D-FCE3-02C013BA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4733-5F07-1D33-8129-43CA466D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3CA2-E841-02C6-3DDF-03A08E13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409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71DA-D410-4DF9-47B7-BC01A3B7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48FAB-9BC3-1739-3C93-6322DEF7C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AAC4D-F90A-B13A-7ABD-E7A53E963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171A-E5AE-27C8-292A-35086B48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DFC31-3629-FD4E-6AA1-77632FB0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0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BEAB-3843-70A0-4899-685CFC45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9BA5-1F95-7C9F-A07D-8713125BB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39769-33A8-7029-1823-1ED3684EA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30FC2-A80A-4255-154D-DB15E8F38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C4C55-DAD4-C188-FCCE-6D096EEB6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A61DC-F798-F03D-BC86-27597413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38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C4421-52FF-CC79-DE74-9D101C77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63762-BD15-BA2B-A5DB-5BDAABC46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7D18B-36F5-5802-1CF9-AF34B0F13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9BA50-2F4F-520C-8A76-9C25D2D46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6F8C97-061A-918D-589C-9F9F90769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1E86F9-C0A0-E628-2B72-E12A6B654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EF8D5-3DAF-F666-4A76-DB186715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1CFC91-3C59-9E1C-E5D4-71CE7803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9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4D54-4E09-CC1D-3B56-47F2CB503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30D36-5C78-B5C5-FCC9-86ED47A3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D2488-631A-8E27-1B43-9EA4A7F6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5C7C8-A4D2-291F-E538-A2A0AF32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1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56D47-49FD-E41C-E109-41F4D6E53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5B24B-E5E7-6259-C71F-6938F8CE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705F5-2103-23B5-64D1-6649FA83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7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5C51-3BCA-A616-B815-C4CE4FD2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0669-5F01-3EE7-5ABE-D7A55D1BE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A8900-9713-FE68-894D-49609ABE1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51DD0-CFD0-F846-129C-DF71D2447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69434-0627-04C1-ABA5-9B148D421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F898B-5D3C-3035-CE90-6D2DAC3F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5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06E79-13D5-D0A0-594A-56E663E4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E90966-8720-3766-D965-9EFB671A6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4D601-54D4-5CF9-65BD-9477F971D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0B5AE-5BE1-9F63-4482-009CE2E81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35D58-D793-7279-E030-4EE8CE9F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46440-51F0-07D3-F084-D15B3314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6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92D8-7314-D5EC-18B4-614D2634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E2B55-C22C-521A-0124-B31CCB335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229D4-0421-01A6-CAE2-88406CC1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90F8-762D-813F-AA8D-50B75D1C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61222-D3D3-1DF4-F209-AF535677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1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E7505-2030-B3A6-5037-8B6028300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9045D-6C6E-21AC-D01B-E6D187432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120D1-9C1E-1961-EFD2-D8EB7074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19B61-4F22-CEA1-BA20-96E639A0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8C0E-D219-22E9-4F5D-06735DB1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1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F8A3E7-6927-5283-C011-986FB0D6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31851-C575-4672-8C1A-7A3416E81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86A7-D6FF-3F9B-5CFA-F55DA5EE0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222C5-A41F-4346-B0C1-C62AFF48BFAD}" type="datetimeFigureOut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F0D07-54E5-0A6E-29DD-7F844D184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66AD-8C10-19F8-41F6-6D8489F46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15D6B-F1FF-4940-8590-AB7332B8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4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">
            <a:extLst>
              <a:ext uri="{FF2B5EF4-FFF2-40B4-BE49-F238E27FC236}">
                <a16:creationId xmlns:a16="http://schemas.microsoft.com/office/drawing/2014/main" id="{484A3FD9-E0B1-F124-E2D1-51A4D5828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079" y="3131588"/>
            <a:ext cx="76335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{'1s0': 5,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'2s0': 1,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'4s0':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'6s0':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'8s0’: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'13s0':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'16s0': 1,</a:t>
            </a:r>
            <a:endParaRPr lang="en-US" altLang="en-US" sz="1000" dirty="0">
              <a:latin typeface="Arial Unicode M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'24s0': 1,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'30s0':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'36s0': 1,}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49E6E1AA-AB10-DACD-E35C-636DEBE80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04" y="1428048"/>
            <a:ext cx="199445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Sample 0, 16x16 lattice, P =</a:t>
            </a:r>
            <a:r>
              <a:rPr lang="en-US" altLang="en-US" sz="1000" dirty="0" err="1">
                <a:latin typeface="Arial Unicode MS"/>
              </a:rPr>
              <a:t>P_c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B1A9E8-C30C-7001-5ED2-A3D3B7AE34B6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pic>
          <p:nvPicPr>
            <p:cNvPr id="33" name="Picture 32" descr="A colorful square with black border&#10;&#10;Description automatically generated">
              <a:extLst>
                <a:ext uri="{FF2B5EF4-FFF2-40B4-BE49-F238E27FC236}">
                  <a16:creationId xmlns:a16="http://schemas.microsoft.com/office/drawing/2014/main" id="{D5755167-156A-C287-BBBD-8B71BF4BE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2BB4632-3D1A-18B5-CED0-1C37F446A8C6}"/>
                </a:ext>
              </a:extLst>
            </p:cNvPr>
            <p:cNvSpPr txBox="1"/>
            <p:nvPr/>
          </p:nvSpPr>
          <p:spPr>
            <a:xfrm>
              <a:off x="5760066" y="11340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D6E44C2-317A-11AD-2D53-5892F2925D30}"/>
                </a:ext>
              </a:extLst>
            </p:cNvPr>
            <p:cNvSpPr txBox="1"/>
            <p:nvPr/>
          </p:nvSpPr>
          <p:spPr>
            <a:xfrm>
              <a:off x="6586800" y="3866654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D7C891-C2E0-7EFE-EDB9-991AF0B8367A}"/>
                </a:ext>
              </a:extLst>
            </p:cNvPr>
            <p:cNvSpPr txBox="1"/>
            <p:nvPr/>
          </p:nvSpPr>
          <p:spPr>
            <a:xfrm>
              <a:off x="9058293" y="468366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507256-37F0-CC83-B683-C7B8ACB0A38F}"/>
                </a:ext>
              </a:extLst>
            </p:cNvPr>
            <p:cNvSpPr txBox="1"/>
            <p:nvPr/>
          </p:nvSpPr>
          <p:spPr>
            <a:xfrm>
              <a:off x="7445754" y="6353689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44AF59-3429-60FB-42C5-39EC4BA92444}"/>
                </a:ext>
              </a:extLst>
            </p:cNvPr>
            <p:cNvSpPr txBox="1"/>
            <p:nvPr/>
          </p:nvSpPr>
          <p:spPr>
            <a:xfrm>
              <a:off x="9087321" y="633917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B601379-D9F9-36C1-4089-389AF43183A7}"/>
                </a:ext>
              </a:extLst>
            </p:cNvPr>
            <p:cNvSpPr txBox="1"/>
            <p:nvPr/>
          </p:nvSpPr>
          <p:spPr>
            <a:xfrm>
              <a:off x="7206996" y="98892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039D1F-5B0F-E657-74EC-81BA2A056296}"/>
                </a:ext>
              </a:extLst>
            </p:cNvPr>
            <p:cNvSpPr txBox="1"/>
            <p:nvPr/>
          </p:nvSpPr>
          <p:spPr>
            <a:xfrm>
              <a:off x="8137269" y="1304937"/>
              <a:ext cx="544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24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F716D22-625B-506D-0E49-7DB94036CB2D}"/>
                </a:ext>
              </a:extLst>
            </p:cNvPr>
            <p:cNvSpPr txBox="1"/>
            <p:nvPr/>
          </p:nvSpPr>
          <p:spPr>
            <a:xfrm>
              <a:off x="8842031" y="325058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62687F-A207-BB02-5A58-115961530ED4}"/>
                </a:ext>
              </a:extLst>
            </p:cNvPr>
            <p:cNvSpPr txBox="1"/>
            <p:nvPr/>
          </p:nvSpPr>
          <p:spPr>
            <a:xfrm>
              <a:off x="4471416" y="2163824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8883C06-D12F-5235-D1E1-409261CB16CA}"/>
                </a:ext>
              </a:extLst>
            </p:cNvPr>
            <p:cNvSpPr txBox="1"/>
            <p:nvPr/>
          </p:nvSpPr>
          <p:spPr>
            <a:xfrm>
              <a:off x="3074886" y="1645241"/>
              <a:ext cx="4682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D30D660-9F0F-395A-6429-51453A4938B6}"/>
                </a:ext>
              </a:extLst>
            </p:cNvPr>
            <p:cNvSpPr txBox="1"/>
            <p:nvPr/>
          </p:nvSpPr>
          <p:spPr>
            <a:xfrm>
              <a:off x="3454335" y="5341394"/>
              <a:ext cx="6130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16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5DA6F7-E91A-6535-2DE5-2EDF6923AD45}"/>
                </a:ext>
              </a:extLst>
            </p:cNvPr>
            <p:cNvSpPr txBox="1"/>
            <p:nvPr/>
          </p:nvSpPr>
          <p:spPr>
            <a:xfrm>
              <a:off x="6117336" y="4665222"/>
              <a:ext cx="440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BD9437-A2A4-7BC2-1471-8BD809680CCB}"/>
                </a:ext>
              </a:extLst>
            </p:cNvPr>
            <p:cNvSpPr txBox="1"/>
            <p:nvPr/>
          </p:nvSpPr>
          <p:spPr>
            <a:xfrm>
              <a:off x="7925542" y="4766826"/>
              <a:ext cx="5295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E505938-3C4F-3826-B0D2-FEBE489FFA18}"/>
                </a:ext>
              </a:extLst>
            </p:cNvPr>
            <p:cNvSpPr txBox="1"/>
            <p:nvPr/>
          </p:nvSpPr>
          <p:spPr>
            <a:xfrm>
              <a:off x="4866132" y="6071749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152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FC79461-2B3C-A28B-311A-E0EA05FC7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079" y="3208532"/>
            <a:ext cx="80342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{'1s0’: 9,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'2s0': 1,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‘3s0':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‘5s0’: 2,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‘6s0’: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'13s0':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‘22s0':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‘27s0': 1,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‘47s1': 1, 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E4E9197-842C-6E41-0E6F-E1D48242E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04" y="1428048"/>
            <a:ext cx="21355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Sample 47, 16x16 lattice, P =</a:t>
            </a:r>
            <a:r>
              <a:rPr lang="en-US" altLang="en-US" sz="1000" dirty="0" err="1">
                <a:latin typeface="Arial Unicode MS"/>
              </a:rPr>
              <a:t>P_c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50ADF5-AD57-3A7A-DD84-BDC0329EF34C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pic>
          <p:nvPicPr>
            <p:cNvPr id="5" name="Picture 4" descr="A colorful squares in a square&#10;&#10;Description automatically generated">
              <a:extLst>
                <a:ext uri="{FF2B5EF4-FFF2-40B4-BE49-F238E27FC236}">
                  <a16:creationId xmlns:a16="http://schemas.microsoft.com/office/drawing/2014/main" id="{51D51E98-68A8-A6D7-A78A-39E056B4C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C27CA2-85B0-836C-6FC4-7B2135016E2A}"/>
                </a:ext>
              </a:extLst>
            </p:cNvPr>
            <p:cNvSpPr txBox="1"/>
            <p:nvPr/>
          </p:nvSpPr>
          <p:spPr>
            <a:xfrm>
              <a:off x="3697224" y="104787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109AA9-ACF8-A968-F36B-A91BC07A8F66}"/>
                </a:ext>
              </a:extLst>
            </p:cNvPr>
            <p:cNvSpPr txBox="1"/>
            <p:nvPr/>
          </p:nvSpPr>
          <p:spPr>
            <a:xfrm>
              <a:off x="6602349" y="1347442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109769-910D-6481-7107-06439F000D6D}"/>
                </a:ext>
              </a:extLst>
            </p:cNvPr>
            <p:cNvSpPr txBox="1"/>
            <p:nvPr/>
          </p:nvSpPr>
          <p:spPr>
            <a:xfrm>
              <a:off x="9097899" y="94001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16FE00-E6A0-9362-8954-63D7806CF8ED}"/>
                </a:ext>
              </a:extLst>
            </p:cNvPr>
            <p:cNvSpPr txBox="1"/>
            <p:nvPr/>
          </p:nvSpPr>
          <p:spPr>
            <a:xfrm>
              <a:off x="6192774" y="383873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4D8BC0-4493-6E44-E220-AFD9813F4B94}"/>
                </a:ext>
              </a:extLst>
            </p:cNvPr>
            <p:cNvSpPr txBox="1"/>
            <p:nvPr/>
          </p:nvSpPr>
          <p:spPr>
            <a:xfrm>
              <a:off x="4123184" y="4673388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51156E1-EB3A-A06D-F738-30D2AAB15A86}"/>
                </a:ext>
              </a:extLst>
            </p:cNvPr>
            <p:cNvSpPr txBox="1"/>
            <p:nvPr/>
          </p:nvSpPr>
          <p:spPr>
            <a:xfrm>
              <a:off x="7850124" y="4654338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4E8F88-E078-9944-0050-18046CF16E72}"/>
                </a:ext>
              </a:extLst>
            </p:cNvPr>
            <p:cNvSpPr txBox="1"/>
            <p:nvPr/>
          </p:nvSpPr>
          <p:spPr>
            <a:xfrm>
              <a:off x="8278749" y="509034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67134A-5523-7FD7-48D8-E518C62BDB04}"/>
                </a:ext>
              </a:extLst>
            </p:cNvPr>
            <p:cNvSpPr txBox="1"/>
            <p:nvPr/>
          </p:nvSpPr>
          <p:spPr>
            <a:xfrm>
              <a:off x="8899779" y="634764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293B5BD-A83C-3813-D384-7EA53A49987A}"/>
                </a:ext>
              </a:extLst>
            </p:cNvPr>
            <p:cNvSpPr txBox="1"/>
            <p:nvPr/>
          </p:nvSpPr>
          <p:spPr>
            <a:xfrm>
              <a:off x="2870454" y="631907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17F806-DDD9-C4B0-9A4E-A261C2039043}"/>
                </a:ext>
              </a:extLst>
            </p:cNvPr>
            <p:cNvSpPr txBox="1"/>
            <p:nvPr/>
          </p:nvSpPr>
          <p:spPr>
            <a:xfrm>
              <a:off x="4944999" y="940010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12BAEF-2D6F-6C4B-E2A0-A99B8AB16DDD}"/>
                </a:ext>
              </a:extLst>
            </p:cNvPr>
            <p:cNvSpPr txBox="1"/>
            <p:nvPr/>
          </p:nvSpPr>
          <p:spPr>
            <a:xfrm>
              <a:off x="9021699" y="3768521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5C74E6-41D4-1C55-E018-B6A22D9C0950}"/>
                </a:ext>
              </a:extLst>
            </p:cNvPr>
            <p:cNvSpPr txBox="1"/>
            <p:nvPr/>
          </p:nvSpPr>
          <p:spPr>
            <a:xfrm>
              <a:off x="6232779" y="520598"/>
              <a:ext cx="4347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803996-8F29-AA92-5D32-419F81D001FD}"/>
                </a:ext>
              </a:extLst>
            </p:cNvPr>
            <p:cNvSpPr txBox="1"/>
            <p:nvPr/>
          </p:nvSpPr>
          <p:spPr>
            <a:xfrm>
              <a:off x="4839081" y="1891676"/>
              <a:ext cx="4290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47s1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B0401C-D09A-15D9-6E8C-F1AC6263723D}"/>
                </a:ext>
              </a:extLst>
            </p:cNvPr>
            <p:cNvSpPr txBox="1"/>
            <p:nvPr/>
          </p:nvSpPr>
          <p:spPr>
            <a:xfrm>
              <a:off x="2813303" y="4317123"/>
              <a:ext cx="4728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13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925836F-B52B-B40E-0641-64B1FDC2A18E}"/>
                </a:ext>
              </a:extLst>
            </p:cNvPr>
            <p:cNvSpPr txBox="1"/>
            <p:nvPr/>
          </p:nvSpPr>
          <p:spPr>
            <a:xfrm>
              <a:off x="7772783" y="627144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40AF931-20C2-AB02-E4A0-2169541DF09E}"/>
                </a:ext>
              </a:extLst>
            </p:cNvPr>
            <p:cNvSpPr txBox="1"/>
            <p:nvPr/>
          </p:nvSpPr>
          <p:spPr>
            <a:xfrm>
              <a:off x="7666986" y="3545598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1A6202-95DE-2455-29C3-CB64924C7CB3}"/>
                </a:ext>
              </a:extLst>
            </p:cNvPr>
            <p:cNvSpPr txBox="1"/>
            <p:nvPr/>
          </p:nvSpPr>
          <p:spPr>
            <a:xfrm>
              <a:off x="5802075" y="5898205"/>
              <a:ext cx="6478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27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1E8E51-7E63-4C56-8A9A-3CF3F87578AF}"/>
                </a:ext>
              </a:extLst>
            </p:cNvPr>
            <p:cNvSpPr txBox="1"/>
            <p:nvPr/>
          </p:nvSpPr>
          <p:spPr>
            <a:xfrm>
              <a:off x="9078849" y="5071295"/>
              <a:ext cx="274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291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squares with different colored spots&#10;&#10;Description automatically generated with medium confidence">
            <a:extLst>
              <a:ext uri="{FF2B5EF4-FFF2-40B4-BE49-F238E27FC236}">
                <a16:creationId xmlns:a16="http://schemas.microsoft.com/office/drawing/2014/main" id="{A8978801-BEF8-515D-953A-768D2393A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18011BAA-5159-123F-54BC-9CF9339C7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04" y="1428048"/>
            <a:ext cx="199445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Sample 7, 16x16 lattice, P =</a:t>
            </a:r>
            <a:r>
              <a:rPr lang="en-US" altLang="en-US" sz="1000" dirty="0" err="1">
                <a:latin typeface="Arial Unicode MS"/>
              </a:rPr>
              <a:t>P_c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F39C6-F964-C580-667A-C573EF4AF75E}"/>
              </a:ext>
            </a:extLst>
          </p:cNvPr>
          <p:cNvSpPr txBox="1"/>
          <p:nvPr/>
        </p:nvSpPr>
        <p:spPr>
          <a:xfrm>
            <a:off x="3278124" y="13506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1DAD1B-2CD4-FC8E-215D-4D9429E0A109}"/>
              </a:ext>
            </a:extLst>
          </p:cNvPr>
          <p:cNvSpPr txBox="1"/>
          <p:nvPr/>
        </p:nvSpPr>
        <p:spPr>
          <a:xfrm>
            <a:off x="4116324" y="13506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88A9B9-010E-E0FD-3EB7-81082462193B}"/>
              </a:ext>
            </a:extLst>
          </p:cNvPr>
          <p:cNvSpPr txBox="1"/>
          <p:nvPr/>
        </p:nvSpPr>
        <p:spPr>
          <a:xfrm>
            <a:off x="7037324" y="13633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1C64F-BC79-D87A-C9B2-24D653B7F9A2}"/>
              </a:ext>
            </a:extLst>
          </p:cNvPr>
          <p:cNvSpPr txBox="1"/>
          <p:nvPr/>
        </p:nvSpPr>
        <p:spPr>
          <a:xfrm>
            <a:off x="7011924" y="50844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07D8D-27E5-63A9-8F01-BDEC4A868F37}"/>
              </a:ext>
            </a:extLst>
          </p:cNvPr>
          <p:cNvSpPr txBox="1"/>
          <p:nvPr/>
        </p:nvSpPr>
        <p:spPr>
          <a:xfrm>
            <a:off x="9107424" y="5517289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48E41-92AB-3C95-A50E-3EA988CEE12F}"/>
              </a:ext>
            </a:extLst>
          </p:cNvPr>
          <p:cNvSpPr txBox="1"/>
          <p:nvPr/>
        </p:nvSpPr>
        <p:spPr>
          <a:xfrm>
            <a:off x="3252724" y="516063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D95F0-7F07-AF66-9F82-E2530586B8B1}"/>
              </a:ext>
            </a:extLst>
          </p:cNvPr>
          <p:cNvSpPr txBox="1"/>
          <p:nvPr/>
        </p:nvSpPr>
        <p:spPr>
          <a:xfrm>
            <a:off x="9094724" y="514686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474A9-0799-B5CB-8274-3C937A46C2F1}"/>
              </a:ext>
            </a:extLst>
          </p:cNvPr>
          <p:cNvSpPr txBox="1"/>
          <p:nvPr/>
        </p:nvSpPr>
        <p:spPr>
          <a:xfrm>
            <a:off x="5553964" y="17697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A429B6-C1D1-61A6-EAA3-935CE4A87E15}"/>
              </a:ext>
            </a:extLst>
          </p:cNvPr>
          <p:cNvSpPr txBox="1"/>
          <p:nvPr/>
        </p:nvSpPr>
        <p:spPr>
          <a:xfrm>
            <a:off x="7425944" y="2544457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A1F7CB-0575-74EC-731A-3D8BD1F767CC}"/>
              </a:ext>
            </a:extLst>
          </p:cNvPr>
          <p:cNvSpPr txBox="1"/>
          <p:nvPr/>
        </p:nvSpPr>
        <p:spPr>
          <a:xfrm>
            <a:off x="6404864" y="3947196"/>
            <a:ext cx="607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115 S1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A38132-D011-9618-B212-F46647DADB9F}"/>
              </a:ext>
            </a:extLst>
          </p:cNvPr>
          <p:cNvSpPr txBox="1"/>
          <p:nvPr/>
        </p:nvSpPr>
        <p:spPr>
          <a:xfrm>
            <a:off x="5041900" y="656270"/>
            <a:ext cx="577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3992E74B-9EE7-D8F2-2B7E-D1978855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644" y="1674495"/>
            <a:ext cx="83388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{'1s0': 5,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'2s0':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'3s0':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'4s0': 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'6s0':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'17s0':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'115s1': 1,}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698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quares in a black frame&#10;&#10;Description automatically generated">
            <a:extLst>
              <a:ext uri="{FF2B5EF4-FFF2-40B4-BE49-F238E27FC236}">
                <a16:creationId xmlns:a16="http://schemas.microsoft.com/office/drawing/2014/main" id="{0850E4DE-87C9-6C21-84B9-636750C97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FD26827-A1CF-09A4-11DD-ADE44ED96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704" y="1428048"/>
            <a:ext cx="213552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latin typeface="Arial Unicode MS"/>
              </a:rPr>
              <a:t>Sample 24, 16x16 lattice, P =</a:t>
            </a:r>
            <a:r>
              <a:rPr lang="en-US" altLang="en-US" sz="1000" dirty="0" err="1">
                <a:latin typeface="Arial Unicode MS"/>
              </a:rPr>
              <a:t>P_c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C9ACBCD-C27F-4E52-4089-33B6596CF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796" y="1674269"/>
            <a:ext cx="7553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{'1s0': 4,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'2s0': 3,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'3s0': 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'4s0’: 1</a:t>
            </a:r>
            <a:r>
              <a:rPr lang="en-US" altLang="en-US" sz="1000" dirty="0">
                <a:latin typeface="Arial Unicode MS"/>
              </a:rPr>
              <a:t>,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'5s0': 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'11s0':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'29s0': 1,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'44s0': 1,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'56s0': 1}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E678A-FA41-A9FB-FB28-69AEAD92A583}"/>
              </a:ext>
            </a:extLst>
          </p:cNvPr>
          <p:cNvSpPr txBox="1"/>
          <p:nvPr/>
        </p:nvSpPr>
        <p:spPr>
          <a:xfrm>
            <a:off x="5411724" y="3244334"/>
            <a:ext cx="45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18EE4-8319-11FB-0A3D-6B60D6DCD73B}"/>
              </a:ext>
            </a:extLst>
          </p:cNvPr>
          <p:cNvSpPr txBox="1"/>
          <p:nvPr/>
        </p:nvSpPr>
        <p:spPr>
          <a:xfrm>
            <a:off x="3290824" y="63304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7D618-D7F8-97F7-13DE-22C226F5E6D7}"/>
              </a:ext>
            </a:extLst>
          </p:cNvPr>
          <p:cNvSpPr txBox="1"/>
          <p:nvPr/>
        </p:nvSpPr>
        <p:spPr>
          <a:xfrm>
            <a:off x="4943348" y="50858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23027-3BD9-145B-2D5E-139BB4D34577}"/>
              </a:ext>
            </a:extLst>
          </p:cNvPr>
          <p:cNvSpPr txBox="1"/>
          <p:nvPr/>
        </p:nvSpPr>
        <p:spPr>
          <a:xfrm>
            <a:off x="5768848" y="50858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263F29-D870-525C-D713-2F807C403CB7}"/>
              </a:ext>
            </a:extLst>
          </p:cNvPr>
          <p:cNvSpPr txBox="1"/>
          <p:nvPr/>
        </p:nvSpPr>
        <p:spPr>
          <a:xfrm>
            <a:off x="7826248" y="420953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013C1-3593-1B33-8600-192A8F3074D2}"/>
              </a:ext>
            </a:extLst>
          </p:cNvPr>
          <p:cNvSpPr txBox="1"/>
          <p:nvPr/>
        </p:nvSpPr>
        <p:spPr>
          <a:xfrm>
            <a:off x="8268208" y="341630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93FB1-7FF8-F781-ED77-588BB16C618D}"/>
              </a:ext>
            </a:extLst>
          </p:cNvPr>
          <p:cNvSpPr txBox="1"/>
          <p:nvPr/>
        </p:nvSpPr>
        <p:spPr>
          <a:xfrm>
            <a:off x="6205728" y="1757335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A32CE7-1BBE-222D-CF15-467F1C84B4F3}"/>
              </a:ext>
            </a:extLst>
          </p:cNvPr>
          <p:cNvSpPr txBox="1"/>
          <p:nvPr/>
        </p:nvSpPr>
        <p:spPr>
          <a:xfrm>
            <a:off x="6788149" y="1346172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A317B2-07D3-CA99-731A-9BAF6C40D9BF}"/>
              </a:ext>
            </a:extLst>
          </p:cNvPr>
          <p:cNvSpPr txBox="1"/>
          <p:nvPr/>
        </p:nvSpPr>
        <p:spPr>
          <a:xfrm>
            <a:off x="6045200" y="375470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BEAD37-B45B-F024-C5EF-33D4D262F8BD}"/>
              </a:ext>
            </a:extLst>
          </p:cNvPr>
          <p:cNvSpPr txBox="1"/>
          <p:nvPr/>
        </p:nvSpPr>
        <p:spPr>
          <a:xfrm>
            <a:off x="8883649" y="127304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E93248-9F30-BEAE-D537-B32F18292124}"/>
              </a:ext>
            </a:extLst>
          </p:cNvPr>
          <p:cNvSpPr txBox="1"/>
          <p:nvPr/>
        </p:nvSpPr>
        <p:spPr>
          <a:xfrm>
            <a:off x="8985249" y="5002768"/>
            <a:ext cx="46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32942-6846-A455-ACFC-86B976E77361}"/>
              </a:ext>
            </a:extLst>
          </p:cNvPr>
          <p:cNvSpPr txBox="1"/>
          <p:nvPr/>
        </p:nvSpPr>
        <p:spPr>
          <a:xfrm>
            <a:off x="8255508" y="6120368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4F14C1-1626-D104-131A-4DBF235F02FB}"/>
              </a:ext>
            </a:extLst>
          </p:cNvPr>
          <p:cNvSpPr txBox="1"/>
          <p:nvPr/>
        </p:nvSpPr>
        <p:spPr>
          <a:xfrm>
            <a:off x="8747758" y="1243382"/>
            <a:ext cx="46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B13506-8913-CC0F-97E2-0F9234BE1ACE}"/>
              </a:ext>
            </a:extLst>
          </p:cNvPr>
          <p:cNvSpPr txBox="1"/>
          <p:nvPr/>
        </p:nvSpPr>
        <p:spPr>
          <a:xfrm>
            <a:off x="3465576" y="5270500"/>
            <a:ext cx="476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88369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283</Words>
  <Application>Microsoft Office PowerPoint</Application>
  <PresentationFormat>Widescreen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1</cp:revision>
  <dcterms:created xsi:type="dcterms:W3CDTF">2024-04-07T09:43:25Z</dcterms:created>
  <dcterms:modified xsi:type="dcterms:W3CDTF">2024-04-07T12:29:20Z</dcterms:modified>
</cp:coreProperties>
</file>