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19" autoAdjust="0"/>
    <p:restoredTop sz="94660"/>
  </p:normalViewPr>
  <p:slideViewPr>
    <p:cSldViewPr snapToGrid="0">
      <p:cViewPr>
        <p:scale>
          <a:sx n="66" d="100"/>
          <a:sy n="66" d="100"/>
        </p:scale>
        <p:origin x="4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AA6D0-D29F-4E32-B634-11D7F312F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6059B-745A-42EC-8556-F071CE674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6380C-B9DB-4387-A08B-F7215CB6F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264A-878D-4E31-9AA0-8D28EE57EBE1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A3222-CA8C-4A86-BAFE-78C31E94B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CA999-92BA-4EB3-9B8C-80FA6561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2E6C-49D0-4E77-8449-8C9F766F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34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18CB9-8188-4843-BDC8-908EF4112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2091D-08B7-44A7-A69F-DD68965D2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2FD90-3C77-43C2-9661-F5ACADAF0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264A-878D-4E31-9AA0-8D28EE57EBE1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C9EAD-4315-481F-BD74-FBC8CDE5A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4D6D5-241C-4E29-9C79-9A08556D0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2E6C-49D0-4E77-8449-8C9F766F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87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D5B50-B6DF-4B42-B491-A4E808681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2A927-6D31-4A71-BAA1-5772F34F6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3BCB2-67A7-4D9B-B6FE-FDD3DB9C0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264A-878D-4E31-9AA0-8D28EE57EBE1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0F2CE-A064-486D-9F18-97660C675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73F3F-F1CB-4423-AECC-484777DCF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2E6C-49D0-4E77-8449-8C9F766F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26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DD53B-BA0C-4A91-8A85-873DA4ADC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3AA8A-9CEA-4381-ADF0-C4813F8FE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1E4EF-5D31-4E44-848F-3A39CA249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5B17C-8CF1-459B-8FA3-ABED8F4B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264A-878D-4E31-9AA0-8D28EE57EBE1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C6419-A198-4BE6-812C-2DDC8B048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1F244-9BEF-4F36-95FD-6A893B48D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2E6C-49D0-4E77-8449-8C9F766F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66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C0EB3-7CE3-467F-95D9-235BC0DC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D22D9-9E14-4E75-B7C7-AC1B2DDDE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C6841-02A0-43D0-A9D6-11AFC3518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FC74B2-6778-4835-BDC5-1D40C4D782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8AE385-E4EB-4693-98FE-39A87FA140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CF3114-68B1-4243-82BC-4DA5D62F4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264A-878D-4E31-9AA0-8D28EE57EBE1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4151FF-111B-41A4-B381-8B549E4DE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E75BC7-3A4A-4A47-BEEA-5895CA7B3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2E6C-49D0-4E77-8449-8C9F766F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32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D9E00-1623-4DF2-AF1D-0BF4B6D45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B8157C-593E-4208-BB20-BE38C6C97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264A-878D-4E31-9AA0-8D28EE57EBE1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72EFC6-067B-4978-A6A7-05410F95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CF73D8-152B-4E22-8024-6366077C1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2E6C-49D0-4E77-8449-8C9F766F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0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238472-F79E-43D1-BD94-FC1A2F99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264A-878D-4E31-9AA0-8D28EE57EBE1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788B6C-565A-4E39-9330-601D0EE8B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7D9D1-7CF1-4CC8-A6F5-50C9C38B6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2E6C-49D0-4E77-8449-8C9F766F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625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94B1A-9ED8-43A8-8872-932F427E8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C3210-3623-42C9-9B63-C34B8D96C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AB867A-D96B-45BD-997A-E4A3E5D8E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E4A98-031A-4F1E-8BFC-896F9E18C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264A-878D-4E31-9AA0-8D28EE57EBE1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8B698-AA97-4077-916B-9BB8C8075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C13D7-B792-4580-8E6E-C57C37570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2E6C-49D0-4E77-8449-8C9F766F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39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483DF-F91E-4C23-A580-BB8C9EC69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BD0044-31AA-4ADF-A08D-68E0F48FAA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1464C4-A022-45DC-8F5A-6B49972C3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1A4D0-7968-4669-8EE1-A048691EF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264A-878D-4E31-9AA0-8D28EE57EBE1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48852-FA3A-4AFF-8E63-90FBB62A8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68943-E274-49A2-9F64-83CBE3D12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2E6C-49D0-4E77-8449-8C9F766F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252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6E029-FF3A-4743-A0E7-A0FECF1CD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AA7FC-AA63-4049-9156-65C80827A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6EE22-1C0E-4F46-AFB8-8C159AD19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264A-878D-4E31-9AA0-8D28EE57EBE1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C0A58-832F-49B7-99EE-B05493DC4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3548A-B593-436C-988E-F162620B2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2E6C-49D0-4E77-8449-8C9F766F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81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CF93F6-A96C-4CF5-9B38-24233F3628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6F7CC-9839-43CC-A35E-0845BE494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71B37-3F9D-4258-8105-FAA1E2B94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264A-878D-4E31-9AA0-8D28EE57EBE1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9BE0F-4084-42A3-97B2-A51213BE8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04F87-D741-4E50-BB51-3BB25BD56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2E6C-49D0-4E77-8449-8C9F766F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36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FDA2D8-5F86-4379-B26C-7B0F23DF7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EEC2C-9E24-492C-BD69-8004BBA5B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2BF86-59E4-4B5E-A825-EE54055B60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D264A-878D-4E31-9AA0-8D28EE57EBE1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FED99-1A79-432C-8AB7-F928874C5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7E5D5-9733-48C4-A115-F6D72DC6C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12E6C-49D0-4E77-8449-8C9F766FC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09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EBD337-3D52-475F-A839-C303F26CE170}"/>
                  </a:ext>
                </a:extLst>
              </p:cNvPr>
              <p:cNvSpPr txBox="1"/>
              <p:nvPr/>
            </p:nvSpPr>
            <p:spPr>
              <a:xfrm>
                <a:off x="946992" y="167466"/>
                <a:ext cx="1110284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EBD337-3D52-475F-A839-C303F26CE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992" y="167466"/>
                <a:ext cx="1110284" cy="276999"/>
              </a:xfrm>
              <a:prstGeom prst="rect">
                <a:avLst/>
              </a:prstGeom>
              <a:blipFill>
                <a:blip r:embed="rId2"/>
                <a:stretch>
                  <a:fillRect l="-549"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377E6E-E5FB-4246-A181-A418CE711D83}"/>
                  </a:ext>
                </a:extLst>
              </p:cNvPr>
              <p:cNvSpPr txBox="1"/>
              <p:nvPr/>
            </p:nvSpPr>
            <p:spPr>
              <a:xfrm>
                <a:off x="925872" y="520566"/>
                <a:ext cx="1948484" cy="55399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𝑐𝑜𝑛𝑠𝑡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377E6E-E5FB-4246-A181-A418CE711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872" y="520566"/>
                <a:ext cx="1948484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3B2407-103D-4600-A10A-0D5E38C3C170}"/>
                  </a:ext>
                </a:extLst>
              </p:cNvPr>
              <p:cNvSpPr txBox="1"/>
              <p:nvPr/>
            </p:nvSpPr>
            <p:spPr>
              <a:xfrm>
                <a:off x="925872" y="1154752"/>
                <a:ext cx="2186609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𝑐𝑜𝑛𝑠𝑡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3B2407-103D-4600-A10A-0D5E38C3C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872" y="1154752"/>
                <a:ext cx="2186609" cy="276999"/>
              </a:xfrm>
              <a:prstGeom prst="rect">
                <a:avLst/>
              </a:prstGeom>
              <a:blipFill>
                <a:blip r:embed="rId4"/>
                <a:stretch>
                  <a:fillRect t="-4348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785840-EABA-481C-B5D1-35D4156F34F5}"/>
                  </a:ext>
                </a:extLst>
              </p:cNvPr>
              <p:cNvSpPr txBox="1"/>
              <p:nvPr/>
            </p:nvSpPr>
            <p:spPr>
              <a:xfrm>
                <a:off x="3538159" y="118804"/>
                <a:ext cx="1110284" cy="2769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785840-EABA-481C-B5D1-35D4156F3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159" y="118804"/>
                <a:ext cx="1110284" cy="276999"/>
              </a:xfrm>
              <a:prstGeom prst="rect">
                <a:avLst/>
              </a:prstGeom>
              <a:blipFill>
                <a:blip r:embed="rId5"/>
                <a:stretch>
                  <a:fillRect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1F173F-E521-47F6-A532-111D3358AF97}"/>
                  </a:ext>
                </a:extLst>
              </p:cNvPr>
              <p:cNvSpPr txBox="1"/>
              <p:nvPr/>
            </p:nvSpPr>
            <p:spPr>
              <a:xfrm>
                <a:off x="4948546" y="93033"/>
                <a:ext cx="1110284" cy="2769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1F173F-E521-47F6-A532-111D3358A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8546" y="93033"/>
                <a:ext cx="1110284" cy="276999"/>
              </a:xfrm>
              <a:prstGeom prst="rect">
                <a:avLst/>
              </a:prstGeom>
              <a:blipFill>
                <a:blip r:embed="rId6"/>
                <a:stretch>
                  <a:fillRect t="-4348" b="-2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42B889-B9A8-4673-978A-745D1462A81F}"/>
                  </a:ext>
                </a:extLst>
              </p:cNvPr>
              <p:cNvSpPr txBox="1"/>
              <p:nvPr/>
            </p:nvSpPr>
            <p:spPr>
              <a:xfrm>
                <a:off x="7926449" y="118804"/>
                <a:ext cx="1502367" cy="2769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𝑐𝑜𝑛𝑠𝑡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42B889-B9A8-4673-978A-745D1462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449" y="118804"/>
                <a:ext cx="1502367" cy="276999"/>
              </a:xfrm>
              <a:prstGeom prst="rect">
                <a:avLst/>
              </a:prstGeom>
              <a:blipFill>
                <a:blip r:embed="rId7"/>
                <a:stretch>
                  <a:fillRect l="-810" t="-2174" r="-405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F61EDA-5E33-4A09-BD39-7E06B4D4BDE7}"/>
                  </a:ext>
                </a:extLst>
              </p:cNvPr>
              <p:cNvSpPr txBox="1"/>
              <p:nvPr/>
            </p:nvSpPr>
            <p:spPr>
              <a:xfrm>
                <a:off x="6241456" y="25022"/>
                <a:ext cx="1502367" cy="56188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F61EDA-5E33-4A09-BD39-7E06B4D4B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456" y="25022"/>
                <a:ext cx="1502367" cy="5618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40145F-B628-4F3D-A657-9D1E17C9F719}"/>
                  </a:ext>
                </a:extLst>
              </p:cNvPr>
              <p:cNvSpPr txBox="1"/>
              <p:nvPr/>
            </p:nvSpPr>
            <p:spPr>
              <a:xfrm>
                <a:off x="529016" y="2104380"/>
                <a:ext cx="2039396" cy="57278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𝑑𝐴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40145F-B628-4F3D-A657-9D1E17C9F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16" y="2104380"/>
                <a:ext cx="2039396" cy="5727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46A0C2F2-9D38-48DF-A4E4-EB8A02842D5A}"/>
              </a:ext>
            </a:extLst>
          </p:cNvPr>
          <p:cNvCxnSpPr>
            <a:cxnSpLocks/>
            <a:stCxn id="4" idx="1"/>
            <a:endCxn id="11" idx="1"/>
          </p:cNvCxnSpPr>
          <p:nvPr/>
        </p:nvCxnSpPr>
        <p:spPr>
          <a:xfrm rot="10800000" flipV="1">
            <a:off x="529016" y="305965"/>
            <a:ext cx="417976" cy="2084807"/>
          </a:xfrm>
          <a:prstGeom prst="bentConnector3">
            <a:avLst>
              <a:gd name="adj1" fmla="val 15469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2E4060-155F-42EE-8E55-C0D7F3DA17C9}"/>
                  </a:ext>
                </a:extLst>
              </p:cNvPr>
              <p:cNvSpPr txBox="1"/>
              <p:nvPr/>
            </p:nvSpPr>
            <p:spPr>
              <a:xfrm>
                <a:off x="2655512" y="2108052"/>
                <a:ext cx="2039396" cy="27699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2E4060-155F-42EE-8E55-C0D7F3DA1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512" y="2108052"/>
                <a:ext cx="2039396" cy="276999"/>
              </a:xfrm>
              <a:prstGeom prst="rect">
                <a:avLst/>
              </a:prstGeom>
              <a:blipFill>
                <a:blip r:embed="rId10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429154-E93F-4799-A3FE-2E5B394E253E}"/>
                  </a:ext>
                </a:extLst>
              </p:cNvPr>
              <p:cNvSpPr txBox="1"/>
              <p:nvPr/>
            </p:nvSpPr>
            <p:spPr>
              <a:xfrm>
                <a:off x="4733777" y="2082544"/>
                <a:ext cx="2039396" cy="57259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429154-E93F-4799-A3FE-2E5B394E2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777" y="2082544"/>
                <a:ext cx="2039396" cy="57259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4F9937E-D4ED-4D75-9FDE-F91985842A3A}"/>
              </a:ext>
            </a:extLst>
          </p:cNvPr>
          <p:cNvCxnSpPr>
            <a:cxnSpLocks/>
            <a:stCxn id="5" idx="1"/>
            <a:endCxn id="16" idx="0"/>
          </p:cNvCxnSpPr>
          <p:nvPr/>
        </p:nvCxnSpPr>
        <p:spPr>
          <a:xfrm rot="10800000" flipH="1" flipV="1">
            <a:off x="925872" y="797564"/>
            <a:ext cx="2749338" cy="1310487"/>
          </a:xfrm>
          <a:prstGeom prst="bentConnector4">
            <a:avLst>
              <a:gd name="adj1" fmla="val -8315"/>
              <a:gd name="adj2" fmla="val 6056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7D9121C-46E7-4CB6-B81C-84E5F5715B0F}"/>
                  </a:ext>
                </a:extLst>
              </p:cNvPr>
              <p:cNvSpPr txBox="1"/>
              <p:nvPr/>
            </p:nvSpPr>
            <p:spPr>
              <a:xfrm>
                <a:off x="7365799" y="2116032"/>
                <a:ext cx="2039396" cy="57278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7D9121C-46E7-4CB6-B81C-84E5F5715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799" y="2116032"/>
                <a:ext cx="2039396" cy="5727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5BA96071-DE51-4EDF-9CA4-5FC67FCCE5C2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 rot="16200000" flipH="1">
            <a:off x="4080018" y="409086"/>
            <a:ext cx="1686741" cy="16601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DAF7F14F-1134-4D73-BA7C-07DADE2644F8}"/>
              </a:ext>
            </a:extLst>
          </p:cNvPr>
          <p:cNvCxnSpPr>
            <a:cxnSpLocks/>
            <a:stCxn id="9" idx="2"/>
            <a:endCxn id="24" idx="0"/>
          </p:cNvCxnSpPr>
          <p:nvPr/>
        </p:nvCxnSpPr>
        <p:spPr>
          <a:xfrm rot="5400000">
            <a:off x="7671451" y="1109849"/>
            <a:ext cx="1720229" cy="2921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2B64083-78FE-4EC9-A3B4-8AEC3F8B1FCE}"/>
                  </a:ext>
                </a:extLst>
              </p:cNvPr>
              <p:cNvSpPr txBox="1"/>
              <p:nvPr/>
            </p:nvSpPr>
            <p:spPr>
              <a:xfrm>
                <a:off x="5321868" y="3669797"/>
                <a:ext cx="2039396" cy="57278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2B64083-78FE-4EC9-A3B4-8AEC3F8B1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868" y="3669797"/>
                <a:ext cx="2039396" cy="5727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7CEF133E-1C64-49AF-B459-C35541D42E00}"/>
              </a:ext>
            </a:extLst>
          </p:cNvPr>
          <p:cNvCxnSpPr>
            <a:cxnSpLocks/>
            <a:stCxn id="18" idx="2"/>
            <a:endCxn id="48" idx="0"/>
          </p:cNvCxnSpPr>
          <p:nvPr/>
        </p:nvCxnSpPr>
        <p:spPr>
          <a:xfrm rot="16200000" flipH="1">
            <a:off x="5540190" y="2868421"/>
            <a:ext cx="1014660" cy="5880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5250D1A3-71BB-4B74-BED9-CD37C6BC1BA6}"/>
              </a:ext>
            </a:extLst>
          </p:cNvPr>
          <p:cNvCxnSpPr>
            <a:cxnSpLocks/>
            <a:stCxn id="24" idx="2"/>
            <a:endCxn id="48" idx="0"/>
          </p:cNvCxnSpPr>
          <p:nvPr/>
        </p:nvCxnSpPr>
        <p:spPr>
          <a:xfrm rot="5400000">
            <a:off x="6873043" y="2157342"/>
            <a:ext cx="980979" cy="20439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4CCA07A2-1341-426D-B9B0-3DAB8E67DB2F}"/>
              </a:ext>
            </a:extLst>
          </p:cNvPr>
          <p:cNvCxnSpPr>
            <a:cxnSpLocks/>
            <a:stCxn id="48" idx="2"/>
            <a:endCxn id="69" idx="0"/>
          </p:cNvCxnSpPr>
          <p:nvPr/>
        </p:nvCxnSpPr>
        <p:spPr>
          <a:xfrm rot="5400000">
            <a:off x="5874844" y="4142521"/>
            <a:ext cx="366660" cy="5667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1EC6B9BA-0EAE-4620-926F-7A773CA24650}"/>
              </a:ext>
            </a:extLst>
          </p:cNvPr>
          <p:cNvCxnSpPr>
            <a:cxnSpLocks/>
            <a:stCxn id="16" idx="2"/>
            <a:endCxn id="69" idx="1"/>
          </p:cNvCxnSpPr>
          <p:nvPr/>
        </p:nvCxnSpPr>
        <p:spPr>
          <a:xfrm rot="16200000" flipH="1">
            <a:off x="2793652" y="3266608"/>
            <a:ext cx="2525525" cy="7624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C2310D0-5046-49FC-8B54-4966F2CC1B05}"/>
                  </a:ext>
                </a:extLst>
              </p:cNvPr>
              <p:cNvSpPr txBox="1"/>
              <p:nvPr/>
            </p:nvSpPr>
            <p:spPr>
              <a:xfrm>
                <a:off x="4437619" y="4609243"/>
                <a:ext cx="2674323" cy="60266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C2310D0-5046-49FC-8B54-4966F2CC1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619" y="4609243"/>
                <a:ext cx="2674323" cy="602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B11834C-9316-4742-BF52-EF0935AA7E13}"/>
                  </a:ext>
                </a:extLst>
              </p:cNvPr>
              <p:cNvSpPr txBox="1"/>
              <p:nvPr/>
            </p:nvSpPr>
            <p:spPr>
              <a:xfrm>
                <a:off x="9666252" y="38684"/>
                <a:ext cx="1742051" cy="60112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B11834C-9316-4742-BF52-EF0935AA7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252" y="38684"/>
                <a:ext cx="1742051" cy="60112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D382E94E-9181-4C97-A9BA-BA6C4FA842F9}"/>
              </a:ext>
            </a:extLst>
          </p:cNvPr>
          <p:cNvCxnSpPr>
            <a:cxnSpLocks/>
            <a:stCxn id="88" idx="2"/>
            <a:endCxn id="100" idx="0"/>
          </p:cNvCxnSpPr>
          <p:nvPr/>
        </p:nvCxnSpPr>
        <p:spPr>
          <a:xfrm rot="5400000">
            <a:off x="7359796" y="1456175"/>
            <a:ext cx="3993846" cy="2361119"/>
          </a:xfrm>
          <a:prstGeom prst="bentConnector3">
            <a:avLst>
              <a:gd name="adj1" fmla="val 5654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28D8CDD-8903-49A1-953F-56849EFC5411}"/>
                  </a:ext>
                </a:extLst>
              </p:cNvPr>
              <p:cNvSpPr txBox="1"/>
              <p:nvPr/>
            </p:nvSpPr>
            <p:spPr>
              <a:xfrm>
                <a:off x="7311621" y="4633657"/>
                <a:ext cx="1729075" cy="57278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28D8CDD-8903-49A1-953F-56849EFC5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1621" y="4633657"/>
                <a:ext cx="1729075" cy="57278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002C4EC0-36BD-4000-A10F-C4AA78609366}"/>
              </a:ext>
            </a:extLst>
          </p:cNvPr>
          <p:cNvCxnSpPr>
            <a:cxnSpLocks/>
            <a:stCxn id="11" idx="2"/>
            <a:endCxn id="106" idx="0"/>
          </p:cNvCxnSpPr>
          <p:nvPr/>
        </p:nvCxnSpPr>
        <p:spPr>
          <a:xfrm rot="16200000" flipH="1">
            <a:off x="5018075" y="-792195"/>
            <a:ext cx="1956491" cy="8895212"/>
          </a:xfrm>
          <a:prstGeom prst="bentConnector3">
            <a:avLst>
              <a:gd name="adj1" fmla="val 2477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1C566198-2C53-4FD3-808C-22B59F0E4A87}"/>
                  </a:ext>
                </a:extLst>
              </p:cNvPr>
              <p:cNvSpPr txBox="1"/>
              <p:nvPr/>
            </p:nvSpPr>
            <p:spPr>
              <a:xfrm>
                <a:off x="9479549" y="4633657"/>
                <a:ext cx="1928754" cy="52597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𝑑𝐴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1C566198-2C53-4FD3-808C-22B59F0E4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9549" y="4633657"/>
                <a:ext cx="1928754" cy="52597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FE7204D5-09BA-4589-85DE-F35BEEE5941E}"/>
              </a:ext>
            </a:extLst>
          </p:cNvPr>
          <p:cNvCxnSpPr>
            <a:cxnSpLocks/>
            <a:stCxn id="100" idx="3"/>
            <a:endCxn id="106" idx="1"/>
          </p:cNvCxnSpPr>
          <p:nvPr/>
        </p:nvCxnSpPr>
        <p:spPr>
          <a:xfrm flipV="1">
            <a:off x="9040696" y="4896646"/>
            <a:ext cx="438853" cy="234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6B6CEB20-B5B2-4022-A014-AF9988C796C9}"/>
                  </a:ext>
                </a:extLst>
              </p:cNvPr>
              <p:cNvSpPr txBox="1"/>
              <p:nvPr/>
            </p:nvSpPr>
            <p:spPr>
              <a:xfrm>
                <a:off x="300744" y="4150776"/>
                <a:ext cx="3367389" cy="56374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6B6CEB20-B5B2-4022-A014-AF9988C79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44" y="4150776"/>
                <a:ext cx="3367389" cy="56374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7CF709BE-914A-49E8-841E-8BC4146191FC}"/>
              </a:ext>
            </a:extLst>
          </p:cNvPr>
          <p:cNvCxnSpPr>
            <a:cxnSpLocks/>
            <a:stCxn id="5" idx="1"/>
            <a:endCxn id="158" idx="1"/>
          </p:cNvCxnSpPr>
          <p:nvPr/>
        </p:nvCxnSpPr>
        <p:spPr>
          <a:xfrm rot="10800000" flipV="1">
            <a:off x="300744" y="797564"/>
            <a:ext cx="625128" cy="3635083"/>
          </a:xfrm>
          <a:prstGeom prst="bentConnector3">
            <a:avLst>
              <a:gd name="adj1" fmla="val 12263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Connector: Elbow 163">
            <a:extLst>
              <a:ext uri="{FF2B5EF4-FFF2-40B4-BE49-F238E27FC236}">
                <a16:creationId xmlns:a16="http://schemas.microsoft.com/office/drawing/2014/main" id="{822D60FE-DE20-457B-9848-75B1B5EB41EC}"/>
              </a:ext>
            </a:extLst>
          </p:cNvPr>
          <p:cNvCxnSpPr>
            <a:cxnSpLocks/>
            <a:stCxn id="10" idx="2"/>
            <a:endCxn id="158" idx="0"/>
          </p:cNvCxnSpPr>
          <p:nvPr/>
        </p:nvCxnSpPr>
        <p:spPr>
          <a:xfrm rot="5400000">
            <a:off x="2706606" y="-135259"/>
            <a:ext cx="3563869" cy="5008201"/>
          </a:xfrm>
          <a:prstGeom prst="bentConnector3">
            <a:avLst>
              <a:gd name="adj1" fmla="val 6384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373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82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Conrad Schiff</dc:creator>
  <cp:lastModifiedBy>Conrad Schiff</cp:lastModifiedBy>
  <cp:revision>6</cp:revision>
  <dcterms:created xsi:type="dcterms:W3CDTF">2021-05-17T23:09:00Z</dcterms:created>
  <dcterms:modified xsi:type="dcterms:W3CDTF">2021-05-18T01:46:35Z</dcterms:modified>
</cp:coreProperties>
</file>