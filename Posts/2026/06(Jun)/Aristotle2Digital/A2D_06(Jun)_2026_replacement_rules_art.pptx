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A4115-C9AC-49E8-9C0E-3792CABB6BE0}" v="1" dt="2026-06-14T19:34:03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rad Schiff" userId="49072068966f43fb" providerId="LiveId" clId="{3D9D0216-2A9C-4841-90D7-5A62370780AC}"/>
    <pc:docChg chg="modSld">
      <pc:chgData name="Conrad Schiff" userId="49072068966f43fb" providerId="LiveId" clId="{3D9D0216-2A9C-4841-90D7-5A62370780AC}" dt="2026-06-14T19:34:03.782" v="0" actId="164"/>
      <pc:docMkLst>
        <pc:docMk/>
      </pc:docMkLst>
      <pc:sldChg chg="addSp modSp">
        <pc:chgData name="Conrad Schiff" userId="49072068966f43fb" providerId="LiveId" clId="{3D9D0216-2A9C-4841-90D7-5A62370780AC}" dt="2026-06-14T19:34:03.782" v="0" actId="164"/>
        <pc:sldMkLst>
          <pc:docMk/>
          <pc:sldMk cId="814929171" sldId="257"/>
        </pc:sldMkLst>
        <pc:spChg chg="mod">
          <ac:chgData name="Conrad Schiff" userId="49072068966f43fb" providerId="LiveId" clId="{3D9D0216-2A9C-4841-90D7-5A62370780AC}" dt="2026-06-14T19:34:03.782" v="0" actId="164"/>
          <ac:spMkLst>
            <pc:docMk/>
            <pc:sldMk cId="814929171" sldId="257"/>
            <ac:spMk id="12" creationId="{FF348AE0-1A79-A3D1-23CB-6DCCF9428E8B}"/>
          </ac:spMkLst>
        </pc:spChg>
        <pc:grpChg chg="add mod">
          <ac:chgData name="Conrad Schiff" userId="49072068966f43fb" providerId="LiveId" clId="{3D9D0216-2A9C-4841-90D7-5A62370780AC}" dt="2026-06-14T19:34:03.782" v="0" actId="164"/>
          <ac:grpSpMkLst>
            <pc:docMk/>
            <pc:sldMk cId="814929171" sldId="257"/>
            <ac:grpSpMk id="13" creationId="{7AED902C-B8EB-D13C-8F90-018DDEAC5952}"/>
          </ac:grpSpMkLst>
        </pc:grpChg>
        <pc:picChg chg="mod">
          <ac:chgData name="Conrad Schiff" userId="49072068966f43fb" providerId="LiveId" clId="{3D9D0216-2A9C-4841-90D7-5A62370780AC}" dt="2026-06-14T19:34:03.782" v="0" actId="164"/>
          <ac:picMkLst>
            <pc:docMk/>
            <pc:sldMk cId="814929171" sldId="257"/>
            <ac:picMk id="9" creationId="{65AF57EB-ACC7-273A-F357-C76745E055A8}"/>
          </ac:picMkLst>
        </pc:picChg>
        <pc:picChg chg="mod">
          <ac:chgData name="Conrad Schiff" userId="49072068966f43fb" providerId="LiveId" clId="{3D9D0216-2A9C-4841-90D7-5A62370780AC}" dt="2026-06-14T19:34:03.782" v="0" actId="164"/>
          <ac:picMkLst>
            <pc:docMk/>
            <pc:sldMk cId="814929171" sldId="257"/>
            <ac:picMk id="11" creationId="{AE456E7F-40CD-5886-6E17-BDF70FC7FA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3DBD4-4CF7-468D-AE8F-0B219B73E8A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E8AA7-CC30-4E32-B01D-FE640C721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3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E8AA7-CC30-4E32-B01D-FE640C721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7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9063-5C91-F808-2323-16E7BBABD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FC9CF-1209-F72D-4368-E11E4CCE4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A13DE-0205-1BE0-B3DC-D05D46B8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1D72C-5641-E7F0-2429-C7097F75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B46A-3F04-B21D-5441-410A8D56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CAC2-4D4C-2621-4618-7D4C93D7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142C9-AAAF-103D-293B-B8B37BF6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DF2C1-8831-4178-6690-0A5FE5BA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E5DF2-B3DC-D6C3-6C8B-1DCF4C5A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B9374-B386-6963-CBE1-63B4545E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3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9A0B-1289-0B9A-FA2F-7E1763F5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C650-6EAE-A7D8-1858-1C8A9322B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27C1D-52C2-5AEF-67CF-E309CBA0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12911-922F-F9EE-D91F-1402AB97F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CE9B9-19F5-9107-5021-5761A66E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8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2D0A-798A-33CC-F879-C76313AD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947E-590C-8AD7-7962-D3E599FC9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2E00E-F2DD-E895-11DB-0FC4BE214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1C7CE-7058-E25B-18E3-238E8A9D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86CD7-CBAC-7BB0-613C-61D93B42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8D618-6092-D6D9-CB7B-02D95189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1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D77D-BB22-D911-C061-E7EA1647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383E-27C8-8F47-DA5A-554625091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92E71-AACA-2636-29F1-7AA764D86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2D280-A3F7-406C-9E78-C9D03B41C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20F54-547C-CCE7-6FF7-F24CE6327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E7936-2F76-739B-7624-9ADD36E5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E6004-E337-C3DB-1BA0-CA73034B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5ECAC-3714-EF54-5AFD-B4C71840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A13D-176A-CED9-6D0A-D4BEAB62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DB512-0C9B-7B55-A028-67F37BF1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F5E9-F974-BEDA-7853-54DB9CBC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02447-9216-5410-B984-8126A99C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0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F6833B-53EF-C3A8-518B-50E3EFE2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B3E87-589A-DC03-7258-C5672885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82B6D-822E-54E7-0F2B-AF0B28D8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9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106D-6D18-9B9A-D133-12E47CA2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287A-D718-2D95-ECBB-4D93B3FC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82DE5-7B0B-1114-BB22-B58BAD6CD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236D5-E32F-B37B-59EC-2FC37C72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F3C41-0C9E-CE78-E5B8-4211CF3E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DF621-26D9-A9C7-B3B7-32B1C8FF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6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57FA-B152-D205-0487-45C8BBC1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860AA-0D0E-4572-C86E-B40D89C50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80D62-314C-C5C3-B3FF-5FB4A66D2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2DDC9-78F9-6297-C90F-7979C8DC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593B7-385F-3174-F160-41691856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71A69-8A55-1472-DD67-7C9FE2CB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2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F5AA-369D-76AB-42CF-966883B0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D1C33-77C7-0F8B-47FB-ED4A44637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3A403-A4B6-796D-710E-FF19D9F5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CF776-F66F-5409-CA1C-491A5443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CA56D-FE98-3A59-9C49-A8F8F88E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1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84BB4-1617-62E6-6A14-C5DF59094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9925C-05CE-43BF-736C-4B88F9270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AB3F9-BB7B-7F64-5FC7-394B6281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8167-B588-6488-B62B-8E4F00BA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02B8D-0920-FEBD-9E81-BDFE2B86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7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FD068-5010-6ED0-2419-570A094D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065F0-0638-F8DA-25A3-BEDC4B38F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77D35-6A6E-D38D-3D97-79909053B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C9CEB-DE38-4650-8918-63F3B63EAAB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F6354-7F03-ED2F-A3B4-5D2B7DF45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3C78A-AED1-C4BB-59FF-1D2A34C74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5D56A-8929-406D-A6A3-3BD4AC45A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9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20BA83-6861-9E88-A476-C6432BF98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43" t="56296" r="43755" b="30519"/>
          <a:stretch>
            <a:fillRect/>
          </a:stretch>
        </p:blipFill>
        <p:spPr>
          <a:xfrm>
            <a:off x="1245573" y="1419156"/>
            <a:ext cx="9431944" cy="171314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914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AED902C-B8EB-D13C-8F90-018DDEAC5952}"/>
              </a:ext>
            </a:extLst>
          </p:cNvPr>
          <p:cNvGrpSpPr/>
          <p:nvPr/>
        </p:nvGrpSpPr>
        <p:grpSpPr>
          <a:xfrm>
            <a:off x="161592" y="252412"/>
            <a:ext cx="11509228" cy="6353175"/>
            <a:chOff x="161592" y="252412"/>
            <a:chExt cx="11509228" cy="635317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AF57EB-ACC7-273A-F357-C76745E05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592" y="252412"/>
              <a:ext cx="7381875" cy="63531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456E7F-40CD-5886-6E17-BDF70FC7F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320" y="1556930"/>
              <a:ext cx="3619500" cy="261937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Arrow: Right 11">
                  <a:extLst>
                    <a:ext uri="{FF2B5EF4-FFF2-40B4-BE49-F238E27FC236}">
                      <a16:creationId xmlns:a16="http://schemas.microsoft.com/office/drawing/2014/main" id="{FF348AE0-1A79-A3D1-23CB-6DCCF9428E8B}"/>
                    </a:ext>
                  </a:extLst>
                </p:cNvPr>
                <p:cNvSpPr/>
                <p:nvPr/>
              </p:nvSpPr>
              <p:spPr>
                <a:xfrm>
                  <a:off x="5019472" y="2589593"/>
                  <a:ext cx="3031848" cy="1031358"/>
                </a:xfrm>
                <a:prstGeom prst="rightArrow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Arrow: Right 11">
                  <a:extLst>
                    <a:ext uri="{FF2B5EF4-FFF2-40B4-BE49-F238E27FC236}">
                      <a16:creationId xmlns:a16="http://schemas.microsoft.com/office/drawing/2014/main" id="{FF348AE0-1A79-A3D1-23CB-6DCCF9428E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9472" y="2589593"/>
                  <a:ext cx="3031848" cy="1031358"/>
                </a:xfrm>
                <a:prstGeom prst="rightArrow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492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2026-06-14T19:28:25Z</dcterms:created>
  <dcterms:modified xsi:type="dcterms:W3CDTF">2026-06-14T19:34:13Z</dcterms:modified>
</cp:coreProperties>
</file>