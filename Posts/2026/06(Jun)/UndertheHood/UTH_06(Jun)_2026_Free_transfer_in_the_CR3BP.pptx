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14" autoAdjust="0"/>
    <p:restoredTop sz="96247" autoAdjust="0"/>
  </p:normalViewPr>
  <p:slideViewPr>
    <p:cSldViewPr snapToGrid="0">
      <p:cViewPr>
        <p:scale>
          <a:sx n="140" d="100"/>
          <a:sy n="140" d="100"/>
        </p:scale>
        <p:origin x="11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C6BC-D27C-6D80-1AAD-A89369CB9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7FC-FC39-232B-1709-589458322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FCD58-8A17-AD20-7D37-49B2D64B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30777-BC2A-3D6B-087B-AED3D869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31252-9B16-336D-5A07-F43782EC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95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AEBA-1AB4-A8E2-F21E-EDB0C406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9BCB4-B958-2ADB-F553-B2E7DF7DE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A6F1D-915D-7AD7-5BD3-FCD671DFE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65248-114E-8083-DAC0-44A3F60B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489C-9CD2-C7CD-1C86-D490F2A8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113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6881-9C15-713A-160A-2465048B9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E7FF7-428D-C376-FE9B-62A149695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A03EA-295F-69ED-F71B-567260553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5F06A-136F-E470-CC30-BE1F4A15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2D164-8210-C9FC-21B6-CCE76F5EB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58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FA86B-7D5B-F427-5E8B-0ECA8F60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40CF1-8BA5-BA9C-9474-6CA4609F6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BBF90-49CC-0646-A60B-F0CB454ED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AA86F-7E59-CFC9-7A19-0F438F3E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45A36-4779-A161-7B91-D4B9DE6A0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E0F15-0592-FCA6-DFCE-EEAF37B8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3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440D-2AEE-C8D5-4B16-A2797A57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11693-5076-B6A2-9C52-F0C8855D6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AF692-891D-1650-8A5F-00C380AF4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D61F3F-1B05-1415-F2FD-F0C4E8FFE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4DA3D0-3A47-F5E8-EC8C-4269CDA5E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0C812-189C-110F-6A06-C96DAD1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94A44-EC0C-46BE-4A85-779E32CD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64464-33C3-E9BA-921B-FA18F625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4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0B1FC-A867-7840-E918-F502C912A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FE99B-51C2-D837-A1C8-A0D5F34C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9435A-63E5-A105-F077-8AAE75B9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B4364-A6A9-0322-BCCE-87610B2F5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8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4B552B-1012-DC73-A7ED-6CB4EF3BF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1B2591-BBAF-6A8A-9A15-F8407279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CE56D-9CED-4771-CDA2-36E08EEC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8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21B3-2C4A-0BF5-14E6-247B603F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02D84-992D-4F80-6DAA-42BDE0AC8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C9C67-B334-FF47-3E58-04607AC7F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2F008-2B88-3CA2-131F-1E01354C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FA971-7B89-0C25-2E6E-A099A56C4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4A790-972D-0601-81BF-F03080B5F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2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7335E-58FC-75B0-88BA-9C4F63B1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313E51-2CD0-2FD5-A6CA-81086CA54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294F07-12F9-F057-CACD-D9F555182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3FC5D-383F-C2B4-71E6-1F4633EC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4C90E-AB8B-974D-712D-40FCEB14F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6DC93-98CF-74F5-4822-1C5BA8682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2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18D71-E03D-333A-60B1-D24C843F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AB7AF4-C879-7FAB-00C4-49014507A8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7DDA8-DAC0-CB54-C7EF-A84DFB8C6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99FF2-9B91-4397-CDF1-74B047CA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845E6-5B29-EB08-3103-ADA1AE8B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24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0A8F3-8CEB-5090-852E-6FA9EC369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AAE28-CAB3-B173-A920-E9B0426F7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67552-7470-ADFD-B1BA-C41085CF6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3FA20-9AB2-C453-A683-58EEAE0F7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36A83-775A-4520-2D80-80369417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9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5D7CE4-D187-0B81-B9B2-A278750C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1F0B2-DEE9-42E0-1927-252C057AD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9E6FC-945E-ACBE-74CD-4C80A60E0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40525E-2CC8-4609-98FD-16ABC62CDEA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DA102-AFA6-742C-1EDA-3BFCE1A79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2BACA-C79B-0A27-420B-C580AD744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33BD7-CDED-462F-B723-2E4C7F8F3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793CDD36-A612-AD76-312E-EAD3A22B68AF}"/>
              </a:ext>
            </a:extLst>
          </p:cNvPr>
          <p:cNvGrpSpPr>
            <a:grpSpLocks noChangeAspect="1"/>
          </p:cNvGrpSpPr>
          <p:nvPr/>
        </p:nvGrpSpPr>
        <p:grpSpPr>
          <a:xfrm>
            <a:off x="3456048" y="850089"/>
            <a:ext cx="2792759" cy="1828800"/>
            <a:chOff x="317500" y="887467"/>
            <a:chExt cx="5551411" cy="363526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705B6E3-4254-3252-4F08-57D0B50F35E3}"/>
                </a:ext>
              </a:extLst>
            </p:cNvPr>
            <p:cNvSpPr/>
            <p:nvPr/>
          </p:nvSpPr>
          <p:spPr>
            <a:xfrm>
              <a:off x="3333930" y="2065564"/>
              <a:ext cx="1253765" cy="1253765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87CF4B3-9BB5-FB2A-0D62-4EE9AFEBB3EB}"/>
                </a:ext>
              </a:extLst>
            </p:cNvPr>
            <p:cNvSpPr/>
            <p:nvPr/>
          </p:nvSpPr>
          <p:spPr>
            <a:xfrm>
              <a:off x="1552218" y="887467"/>
              <a:ext cx="2664182" cy="1817633"/>
            </a:xfrm>
            <a:custGeom>
              <a:avLst/>
              <a:gdLst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817633 h 1817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664182" h="1817633">
                  <a:moveTo>
                    <a:pt x="2664182" y="1817633"/>
                  </a:moveTo>
                  <a:cubicBezTo>
                    <a:pt x="2662859" y="1790116"/>
                    <a:pt x="2603328" y="1794350"/>
                    <a:pt x="2546707" y="1785883"/>
                  </a:cubicBezTo>
                  <a:cubicBezTo>
                    <a:pt x="2490086" y="1777416"/>
                    <a:pt x="2399599" y="1770537"/>
                    <a:pt x="2324457" y="1766833"/>
                  </a:cubicBezTo>
                  <a:cubicBezTo>
                    <a:pt x="2249315" y="1763129"/>
                    <a:pt x="2162003" y="1766304"/>
                    <a:pt x="2095857" y="1763658"/>
                  </a:cubicBezTo>
                  <a:cubicBezTo>
                    <a:pt x="2029711" y="1761012"/>
                    <a:pt x="1988965" y="1758366"/>
                    <a:pt x="1927582" y="1750958"/>
                  </a:cubicBezTo>
                  <a:cubicBezTo>
                    <a:pt x="1866199" y="1743550"/>
                    <a:pt x="1727557" y="1719208"/>
                    <a:pt x="1727557" y="1719208"/>
                  </a:cubicBezTo>
                  <a:cubicBezTo>
                    <a:pt x="1668819" y="1709683"/>
                    <a:pt x="1616961" y="1702275"/>
                    <a:pt x="1575157" y="1693808"/>
                  </a:cubicBezTo>
                  <a:cubicBezTo>
                    <a:pt x="1533353" y="1685341"/>
                    <a:pt x="1476732" y="1668408"/>
                    <a:pt x="1476732" y="1668408"/>
                  </a:cubicBezTo>
                  <a:cubicBezTo>
                    <a:pt x="1426990" y="1655708"/>
                    <a:pt x="1341265" y="1636658"/>
                    <a:pt x="1276707" y="1617608"/>
                  </a:cubicBezTo>
                  <a:cubicBezTo>
                    <a:pt x="1212149" y="1598558"/>
                    <a:pt x="1158703" y="1580566"/>
                    <a:pt x="1089382" y="1554108"/>
                  </a:cubicBezTo>
                  <a:cubicBezTo>
                    <a:pt x="1020061" y="1527650"/>
                    <a:pt x="940157" y="1499604"/>
                    <a:pt x="860782" y="1458858"/>
                  </a:cubicBezTo>
                  <a:cubicBezTo>
                    <a:pt x="781407" y="1418112"/>
                    <a:pt x="692507" y="1366783"/>
                    <a:pt x="613132" y="1309633"/>
                  </a:cubicBezTo>
                  <a:cubicBezTo>
                    <a:pt x="533757" y="1252483"/>
                    <a:pt x="444857" y="1177870"/>
                    <a:pt x="384532" y="1115958"/>
                  </a:cubicBezTo>
                  <a:cubicBezTo>
                    <a:pt x="324207" y="1054045"/>
                    <a:pt x="297219" y="1008537"/>
                    <a:pt x="251182" y="938158"/>
                  </a:cubicBezTo>
                  <a:cubicBezTo>
                    <a:pt x="205144" y="867779"/>
                    <a:pt x="143761" y="764062"/>
                    <a:pt x="108307" y="693683"/>
                  </a:cubicBezTo>
                  <a:cubicBezTo>
                    <a:pt x="72853" y="623304"/>
                    <a:pt x="55390" y="571445"/>
                    <a:pt x="38457" y="515883"/>
                  </a:cubicBezTo>
                  <a:cubicBezTo>
                    <a:pt x="21524" y="460320"/>
                    <a:pt x="13057" y="409521"/>
                    <a:pt x="6707" y="360308"/>
                  </a:cubicBezTo>
                  <a:cubicBezTo>
                    <a:pt x="357" y="311095"/>
                    <a:pt x="-701" y="264000"/>
                    <a:pt x="357" y="220608"/>
                  </a:cubicBezTo>
                  <a:cubicBezTo>
                    <a:pt x="1415" y="177216"/>
                    <a:pt x="2474" y="135412"/>
                    <a:pt x="13057" y="99958"/>
                  </a:cubicBezTo>
                  <a:cubicBezTo>
                    <a:pt x="23640" y="64504"/>
                    <a:pt x="45336" y="22700"/>
                    <a:pt x="63857" y="7883"/>
                  </a:cubicBezTo>
                  <a:cubicBezTo>
                    <a:pt x="82378" y="-6934"/>
                    <a:pt x="106719" y="2062"/>
                    <a:pt x="124182" y="11058"/>
                  </a:cubicBezTo>
                  <a:cubicBezTo>
                    <a:pt x="141644" y="20054"/>
                    <a:pt x="152757" y="33283"/>
                    <a:pt x="168632" y="61858"/>
                  </a:cubicBezTo>
                  <a:cubicBezTo>
                    <a:pt x="184507" y="90433"/>
                    <a:pt x="205674" y="138058"/>
                    <a:pt x="219432" y="182508"/>
                  </a:cubicBezTo>
                  <a:cubicBezTo>
                    <a:pt x="233190" y="226958"/>
                    <a:pt x="241128" y="253945"/>
                    <a:pt x="251182" y="328558"/>
                  </a:cubicBezTo>
                  <a:cubicBezTo>
                    <a:pt x="261236" y="403170"/>
                    <a:pt x="273407" y="516412"/>
                    <a:pt x="279757" y="630183"/>
                  </a:cubicBezTo>
                  <a:cubicBezTo>
                    <a:pt x="286107" y="743954"/>
                    <a:pt x="287165" y="888946"/>
                    <a:pt x="289282" y="1011183"/>
                  </a:cubicBezTo>
                  <a:cubicBezTo>
                    <a:pt x="291399" y="1133420"/>
                    <a:pt x="291928" y="1232375"/>
                    <a:pt x="292457" y="1363608"/>
                  </a:cubicBezTo>
                  <a:cubicBezTo>
                    <a:pt x="292986" y="1494841"/>
                    <a:pt x="292721" y="1665762"/>
                    <a:pt x="292457" y="1817633"/>
                  </a:cubicBez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529938-3DE6-BB09-2A3A-501D47FB2D33}"/>
                </a:ext>
              </a:extLst>
            </p:cNvPr>
            <p:cNvSpPr/>
            <p:nvPr/>
          </p:nvSpPr>
          <p:spPr>
            <a:xfrm flipV="1">
              <a:off x="1552218" y="2705100"/>
              <a:ext cx="2664182" cy="1817633"/>
            </a:xfrm>
            <a:custGeom>
              <a:avLst/>
              <a:gdLst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817633 h 1817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664182" h="1817633">
                  <a:moveTo>
                    <a:pt x="2664182" y="1817633"/>
                  </a:moveTo>
                  <a:cubicBezTo>
                    <a:pt x="2662859" y="1790116"/>
                    <a:pt x="2603328" y="1794350"/>
                    <a:pt x="2546707" y="1785883"/>
                  </a:cubicBezTo>
                  <a:cubicBezTo>
                    <a:pt x="2490086" y="1777416"/>
                    <a:pt x="2399599" y="1770537"/>
                    <a:pt x="2324457" y="1766833"/>
                  </a:cubicBezTo>
                  <a:cubicBezTo>
                    <a:pt x="2249315" y="1763129"/>
                    <a:pt x="2162003" y="1766304"/>
                    <a:pt x="2095857" y="1763658"/>
                  </a:cubicBezTo>
                  <a:cubicBezTo>
                    <a:pt x="2029711" y="1761012"/>
                    <a:pt x="1988965" y="1758366"/>
                    <a:pt x="1927582" y="1750958"/>
                  </a:cubicBezTo>
                  <a:cubicBezTo>
                    <a:pt x="1866199" y="1743550"/>
                    <a:pt x="1727557" y="1719208"/>
                    <a:pt x="1727557" y="1719208"/>
                  </a:cubicBezTo>
                  <a:cubicBezTo>
                    <a:pt x="1668819" y="1709683"/>
                    <a:pt x="1616961" y="1702275"/>
                    <a:pt x="1575157" y="1693808"/>
                  </a:cubicBezTo>
                  <a:cubicBezTo>
                    <a:pt x="1533353" y="1685341"/>
                    <a:pt x="1476732" y="1668408"/>
                    <a:pt x="1476732" y="1668408"/>
                  </a:cubicBezTo>
                  <a:cubicBezTo>
                    <a:pt x="1426990" y="1655708"/>
                    <a:pt x="1341265" y="1636658"/>
                    <a:pt x="1276707" y="1617608"/>
                  </a:cubicBezTo>
                  <a:cubicBezTo>
                    <a:pt x="1212149" y="1598558"/>
                    <a:pt x="1158703" y="1580566"/>
                    <a:pt x="1089382" y="1554108"/>
                  </a:cubicBezTo>
                  <a:cubicBezTo>
                    <a:pt x="1020061" y="1527650"/>
                    <a:pt x="940157" y="1499604"/>
                    <a:pt x="860782" y="1458858"/>
                  </a:cubicBezTo>
                  <a:cubicBezTo>
                    <a:pt x="781407" y="1418112"/>
                    <a:pt x="692507" y="1366783"/>
                    <a:pt x="613132" y="1309633"/>
                  </a:cubicBezTo>
                  <a:cubicBezTo>
                    <a:pt x="533757" y="1252483"/>
                    <a:pt x="444857" y="1177870"/>
                    <a:pt x="384532" y="1115958"/>
                  </a:cubicBezTo>
                  <a:cubicBezTo>
                    <a:pt x="324207" y="1054045"/>
                    <a:pt x="297219" y="1008537"/>
                    <a:pt x="251182" y="938158"/>
                  </a:cubicBezTo>
                  <a:cubicBezTo>
                    <a:pt x="205144" y="867779"/>
                    <a:pt x="143761" y="764062"/>
                    <a:pt x="108307" y="693683"/>
                  </a:cubicBezTo>
                  <a:cubicBezTo>
                    <a:pt x="72853" y="623304"/>
                    <a:pt x="55390" y="571445"/>
                    <a:pt x="38457" y="515883"/>
                  </a:cubicBezTo>
                  <a:cubicBezTo>
                    <a:pt x="21524" y="460320"/>
                    <a:pt x="13057" y="409521"/>
                    <a:pt x="6707" y="360308"/>
                  </a:cubicBezTo>
                  <a:cubicBezTo>
                    <a:pt x="357" y="311095"/>
                    <a:pt x="-701" y="264000"/>
                    <a:pt x="357" y="220608"/>
                  </a:cubicBezTo>
                  <a:cubicBezTo>
                    <a:pt x="1415" y="177216"/>
                    <a:pt x="2474" y="135412"/>
                    <a:pt x="13057" y="99958"/>
                  </a:cubicBezTo>
                  <a:cubicBezTo>
                    <a:pt x="23640" y="64504"/>
                    <a:pt x="45336" y="22700"/>
                    <a:pt x="63857" y="7883"/>
                  </a:cubicBezTo>
                  <a:cubicBezTo>
                    <a:pt x="82378" y="-6934"/>
                    <a:pt x="106719" y="2062"/>
                    <a:pt x="124182" y="11058"/>
                  </a:cubicBezTo>
                  <a:cubicBezTo>
                    <a:pt x="141644" y="20054"/>
                    <a:pt x="152757" y="33283"/>
                    <a:pt x="168632" y="61858"/>
                  </a:cubicBezTo>
                  <a:cubicBezTo>
                    <a:pt x="184507" y="90433"/>
                    <a:pt x="205674" y="138058"/>
                    <a:pt x="219432" y="182508"/>
                  </a:cubicBezTo>
                  <a:cubicBezTo>
                    <a:pt x="233190" y="226958"/>
                    <a:pt x="241128" y="253945"/>
                    <a:pt x="251182" y="328558"/>
                  </a:cubicBezTo>
                  <a:cubicBezTo>
                    <a:pt x="261236" y="403170"/>
                    <a:pt x="273407" y="516412"/>
                    <a:pt x="279757" y="630183"/>
                  </a:cubicBezTo>
                  <a:cubicBezTo>
                    <a:pt x="286107" y="743954"/>
                    <a:pt x="287165" y="888946"/>
                    <a:pt x="289282" y="1011183"/>
                  </a:cubicBezTo>
                  <a:cubicBezTo>
                    <a:pt x="291399" y="1133420"/>
                    <a:pt x="291928" y="1232375"/>
                    <a:pt x="292457" y="1363608"/>
                  </a:cubicBezTo>
                  <a:cubicBezTo>
                    <a:pt x="292986" y="1494841"/>
                    <a:pt x="292721" y="1665762"/>
                    <a:pt x="292457" y="1817633"/>
                  </a:cubicBez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640D64-DDF8-5474-754B-13E5ACA6D28F}"/>
                </a:ext>
              </a:extLst>
            </p:cNvPr>
            <p:cNvCxnSpPr/>
            <p:nvPr/>
          </p:nvCxnSpPr>
          <p:spPr>
            <a:xfrm>
              <a:off x="317500" y="2705051"/>
              <a:ext cx="4892511" cy="0"/>
            </a:xfrm>
            <a:prstGeom prst="line">
              <a:avLst/>
            </a:prstGeom>
            <a:ln w="63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6C64947-F56B-76DA-B219-115E3A0C9BC2}"/>
                </a:ext>
              </a:extLst>
            </p:cNvPr>
            <p:cNvSpPr/>
            <p:nvPr/>
          </p:nvSpPr>
          <p:spPr>
            <a:xfrm>
              <a:off x="3960813" y="2681288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1E1827-A45B-612E-F1A9-03BC0CC6721F}"/>
                </a:ext>
              </a:extLst>
            </p:cNvPr>
            <p:cNvSpPr txBox="1"/>
            <p:nvPr/>
          </p:nvSpPr>
          <p:spPr>
            <a:xfrm>
              <a:off x="3602893" y="2752755"/>
              <a:ext cx="1068855" cy="55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Earth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FBFE86-2CD2-AEE2-DF42-FBFC38E57352}"/>
                </a:ext>
              </a:extLst>
            </p:cNvPr>
            <p:cNvSpPr txBox="1"/>
            <p:nvPr/>
          </p:nvSpPr>
          <p:spPr>
            <a:xfrm>
              <a:off x="4064499" y="1796284"/>
              <a:ext cx="1804412" cy="55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B0F0"/>
                  </a:solidFill>
                </a:rPr>
                <a:t>Lunar orbit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3ECD647-B7EE-1520-0A37-36380B8FFEFC}"/>
              </a:ext>
            </a:extLst>
          </p:cNvPr>
          <p:cNvGrpSpPr>
            <a:grpSpLocks noChangeAspect="1"/>
          </p:cNvGrpSpPr>
          <p:nvPr/>
        </p:nvGrpSpPr>
        <p:grpSpPr>
          <a:xfrm>
            <a:off x="320348" y="862068"/>
            <a:ext cx="2792759" cy="1828800"/>
            <a:chOff x="317500" y="887467"/>
            <a:chExt cx="5551411" cy="363526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9856219-42EC-16F0-4BE1-9F201A864CC4}"/>
                </a:ext>
              </a:extLst>
            </p:cNvPr>
            <p:cNvSpPr/>
            <p:nvPr/>
          </p:nvSpPr>
          <p:spPr>
            <a:xfrm>
              <a:off x="3333930" y="2065564"/>
              <a:ext cx="1253765" cy="1253765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6C296F8-CCBF-1D7D-6179-654873C435A5}"/>
                </a:ext>
              </a:extLst>
            </p:cNvPr>
            <p:cNvSpPr/>
            <p:nvPr/>
          </p:nvSpPr>
          <p:spPr>
            <a:xfrm>
              <a:off x="1346200" y="887467"/>
              <a:ext cx="541020" cy="36352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649AF-C226-B239-3FAE-3450C42FEF06}"/>
                </a:ext>
              </a:extLst>
            </p:cNvPr>
            <p:cNvCxnSpPr/>
            <p:nvPr/>
          </p:nvCxnSpPr>
          <p:spPr>
            <a:xfrm>
              <a:off x="317500" y="2705051"/>
              <a:ext cx="4892511" cy="0"/>
            </a:xfrm>
            <a:prstGeom prst="line">
              <a:avLst/>
            </a:prstGeom>
            <a:ln w="63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C3B5024-2FAA-24D4-47FC-CD0AB9AA8682}"/>
                </a:ext>
              </a:extLst>
            </p:cNvPr>
            <p:cNvSpPr/>
            <p:nvPr/>
          </p:nvSpPr>
          <p:spPr>
            <a:xfrm>
              <a:off x="3960813" y="2681288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23CB5A-AD83-5B91-3681-EEE08BD4F7D0}"/>
                </a:ext>
              </a:extLst>
            </p:cNvPr>
            <p:cNvSpPr txBox="1"/>
            <p:nvPr/>
          </p:nvSpPr>
          <p:spPr>
            <a:xfrm>
              <a:off x="3602893" y="2752755"/>
              <a:ext cx="1068855" cy="55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Earth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4C5C742-EA15-2131-F58E-57A476EA9DC1}"/>
                </a:ext>
              </a:extLst>
            </p:cNvPr>
            <p:cNvSpPr txBox="1"/>
            <p:nvPr/>
          </p:nvSpPr>
          <p:spPr>
            <a:xfrm>
              <a:off x="4064499" y="1796284"/>
              <a:ext cx="1804412" cy="55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B0F0"/>
                  </a:solidFill>
                </a:rPr>
                <a:t>Lunar orbit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65A53F-A584-FA8F-5CA8-E76E6132582F}"/>
              </a:ext>
            </a:extLst>
          </p:cNvPr>
          <p:cNvGrpSpPr>
            <a:grpSpLocks noChangeAspect="1"/>
          </p:cNvGrpSpPr>
          <p:nvPr/>
        </p:nvGrpSpPr>
        <p:grpSpPr>
          <a:xfrm>
            <a:off x="320348" y="3308934"/>
            <a:ext cx="2792759" cy="1828800"/>
            <a:chOff x="317500" y="887467"/>
            <a:chExt cx="5551411" cy="3635266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EAD7785-AB28-E1F5-F041-1220525193C4}"/>
                </a:ext>
              </a:extLst>
            </p:cNvPr>
            <p:cNvSpPr/>
            <p:nvPr/>
          </p:nvSpPr>
          <p:spPr>
            <a:xfrm>
              <a:off x="3333930" y="2065564"/>
              <a:ext cx="1253765" cy="1253765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2C549BD-072A-9BCB-9B7D-53894D176213}"/>
                </a:ext>
              </a:extLst>
            </p:cNvPr>
            <p:cNvSpPr/>
            <p:nvPr/>
          </p:nvSpPr>
          <p:spPr>
            <a:xfrm>
              <a:off x="1552218" y="887467"/>
              <a:ext cx="2664182" cy="1817633"/>
            </a:xfrm>
            <a:custGeom>
              <a:avLst/>
              <a:gdLst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817633 h 1817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664182" h="1817633">
                  <a:moveTo>
                    <a:pt x="2664182" y="1817633"/>
                  </a:moveTo>
                  <a:cubicBezTo>
                    <a:pt x="2662859" y="1790116"/>
                    <a:pt x="2603328" y="1794350"/>
                    <a:pt x="2546707" y="1785883"/>
                  </a:cubicBezTo>
                  <a:cubicBezTo>
                    <a:pt x="2490086" y="1777416"/>
                    <a:pt x="2399599" y="1770537"/>
                    <a:pt x="2324457" y="1766833"/>
                  </a:cubicBezTo>
                  <a:cubicBezTo>
                    <a:pt x="2249315" y="1763129"/>
                    <a:pt x="2162003" y="1766304"/>
                    <a:pt x="2095857" y="1763658"/>
                  </a:cubicBezTo>
                  <a:cubicBezTo>
                    <a:pt x="2029711" y="1761012"/>
                    <a:pt x="1988965" y="1758366"/>
                    <a:pt x="1927582" y="1750958"/>
                  </a:cubicBezTo>
                  <a:cubicBezTo>
                    <a:pt x="1866199" y="1743550"/>
                    <a:pt x="1727557" y="1719208"/>
                    <a:pt x="1727557" y="1719208"/>
                  </a:cubicBezTo>
                  <a:cubicBezTo>
                    <a:pt x="1668819" y="1709683"/>
                    <a:pt x="1616961" y="1702275"/>
                    <a:pt x="1575157" y="1693808"/>
                  </a:cubicBezTo>
                  <a:cubicBezTo>
                    <a:pt x="1533353" y="1685341"/>
                    <a:pt x="1476732" y="1668408"/>
                    <a:pt x="1476732" y="1668408"/>
                  </a:cubicBezTo>
                  <a:cubicBezTo>
                    <a:pt x="1426990" y="1655708"/>
                    <a:pt x="1341265" y="1636658"/>
                    <a:pt x="1276707" y="1617608"/>
                  </a:cubicBezTo>
                  <a:cubicBezTo>
                    <a:pt x="1212149" y="1598558"/>
                    <a:pt x="1158703" y="1580566"/>
                    <a:pt x="1089382" y="1554108"/>
                  </a:cubicBezTo>
                  <a:cubicBezTo>
                    <a:pt x="1020061" y="1527650"/>
                    <a:pt x="940157" y="1499604"/>
                    <a:pt x="860782" y="1458858"/>
                  </a:cubicBezTo>
                  <a:cubicBezTo>
                    <a:pt x="781407" y="1418112"/>
                    <a:pt x="692507" y="1366783"/>
                    <a:pt x="613132" y="1309633"/>
                  </a:cubicBezTo>
                  <a:cubicBezTo>
                    <a:pt x="533757" y="1252483"/>
                    <a:pt x="444857" y="1177870"/>
                    <a:pt x="384532" y="1115958"/>
                  </a:cubicBezTo>
                  <a:cubicBezTo>
                    <a:pt x="324207" y="1054045"/>
                    <a:pt x="297219" y="1008537"/>
                    <a:pt x="251182" y="938158"/>
                  </a:cubicBezTo>
                  <a:cubicBezTo>
                    <a:pt x="205144" y="867779"/>
                    <a:pt x="143761" y="764062"/>
                    <a:pt x="108307" y="693683"/>
                  </a:cubicBezTo>
                  <a:cubicBezTo>
                    <a:pt x="72853" y="623304"/>
                    <a:pt x="55390" y="571445"/>
                    <a:pt x="38457" y="515883"/>
                  </a:cubicBezTo>
                  <a:cubicBezTo>
                    <a:pt x="21524" y="460320"/>
                    <a:pt x="13057" y="409521"/>
                    <a:pt x="6707" y="360308"/>
                  </a:cubicBezTo>
                  <a:cubicBezTo>
                    <a:pt x="357" y="311095"/>
                    <a:pt x="-701" y="264000"/>
                    <a:pt x="357" y="220608"/>
                  </a:cubicBezTo>
                  <a:cubicBezTo>
                    <a:pt x="1415" y="177216"/>
                    <a:pt x="2474" y="135412"/>
                    <a:pt x="13057" y="99958"/>
                  </a:cubicBezTo>
                  <a:cubicBezTo>
                    <a:pt x="23640" y="64504"/>
                    <a:pt x="45336" y="22700"/>
                    <a:pt x="63857" y="7883"/>
                  </a:cubicBezTo>
                  <a:cubicBezTo>
                    <a:pt x="82378" y="-6934"/>
                    <a:pt x="106719" y="2062"/>
                    <a:pt x="124182" y="11058"/>
                  </a:cubicBezTo>
                  <a:cubicBezTo>
                    <a:pt x="141644" y="20054"/>
                    <a:pt x="152757" y="33283"/>
                    <a:pt x="168632" y="61858"/>
                  </a:cubicBezTo>
                  <a:cubicBezTo>
                    <a:pt x="184507" y="90433"/>
                    <a:pt x="205674" y="138058"/>
                    <a:pt x="219432" y="182508"/>
                  </a:cubicBezTo>
                  <a:cubicBezTo>
                    <a:pt x="233190" y="226958"/>
                    <a:pt x="241128" y="253945"/>
                    <a:pt x="251182" y="328558"/>
                  </a:cubicBezTo>
                  <a:cubicBezTo>
                    <a:pt x="261236" y="403170"/>
                    <a:pt x="273407" y="516412"/>
                    <a:pt x="279757" y="630183"/>
                  </a:cubicBezTo>
                  <a:cubicBezTo>
                    <a:pt x="286107" y="743954"/>
                    <a:pt x="287165" y="888946"/>
                    <a:pt x="289282" y="1011183"/>
                  </a:cubicBezTo>
                  <a:cubicBezTo>
                    <a:pt x="291399" y="1133420"/>
                    <a:pt x="291928" y="1232375"/>
                    <a:pt x="292457" y="1363608"/>
                  </a:cubicBezTo>
                  <a:cubicBezTo>
                    <a:pt x="292986" y="1494841"/>
                    <a:pt x="292721" y="1665762"/>
                    <a:pt x="292457" y="1817633"/>
                  </a:cubicBez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3E5EED7-97FC-3488-6A7B-01A8FF42EF90}"/>
                </a:ext>
              </a:extLst>
            </p:cNvPr>
            <p:cNvSpPr/>
            <p:nvPr/>
          </p:nvSpPr>
          <p:spPr>
            <a:xfrm flipV="1">
              <a:off x="1552218" y="2705100"/>
              <a:ext cx="2664182" cy="1817633"/>
            </a:xfrm>
            <a:custGeom>
              <a:avLst/>
              <a:gdLst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817633 h 1817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664182" h="1817633">
                  <a:moveTo>
                    <a:pt x="2664182" y="1817633"/>
                  </a:moveTo>
                  <a:cubicBezTo>
                    <a:pt x="2662859" y="1790116"/>
                    <a:pt x="2603328" y="1794350"/>
                    <a:pt x="2546707" y="1785883"/>
                  </a:cubicBezTo>
                  <a:cubicBezTo>
                    <a:pt x="2490086" y="1777416"/>
                    <a:pt x="2399599" y="1770537"/>
                    <a:pt x="2324457" y="1766833"/>
                  </a:cubicBezTo>
                  <a:cubicBezTo>
                    <a:pt x="2249315" y="1763129"/>
                    <a:pt x="2162003" y="1766304"/>
                    <a:pt x="2095857" y="1763658"/>
                  </a:cubicBezTo>
                  <a:cubicBezTo>
                    <a:pt x="2029711" y="1761012"/>
                    <a:pt x="1988965" y="1758366"/>
                    <a:pt x="1927582" y="1750958"/>
                  </a:cubicBezTo>
                  <a:cubicBezTo>
                    <a:pt x="1866199" y="1743550"/>
                    <a:pt x="1727557" y="1719208"/>
                    <a:pt x="1727557" y="1719208"/>
                  </a:cubicBezTo>
                  <a:cubicBezTo>
                    <a:pt x="1668819" y="1709683"/>
                    <a:pt x="1616961" y="1702275"/>
                    <a:pt x="1575157" y="1693808"/>
                  </a:cubicBezTo>
                  <a:cubicBezTo>
                    <a:pt x="1533353" y="1685341"/>
                    <a:pt x="1476732" y="1668408"/>
                    <a:pt x="1476732" y="1668408"/>
                  </a:cubicBezTo>
                  <a:cubicBezTo>
                    <a:pt x="1426990" y="1655708"/>
                    <a:pt x="1341265" y="1636658"/>
                    <a:pt x="1276707" y="1617608"/>
                  </a:cubicBezTo>
                  <a:cubicBezTo>
                    <a:pt x="1212149" y="1598558"/>
                    <a:pt x="1158703" y="1580566"/>
                    <a:pt x="1089382" y="1554108"/>
                  </a:cubicBezTo>
                  <a:cubicBezTo>
                    <a:pt x="1020061" y="1527650"/>
                    <a:pt x="940157" y="1499604"/>
                    <a:pt x="860782" y="1458858"/>
                  </a:cubicBezTo>
                  <a:cubicBezTo>
                    <a:pt x="781407" y="1418112"/>
                    <a:pt x="692507" y="1366783"/>
                    <a:pt x="613132" y="1309633"/>
                  </a:cubicBezTo>
                  <a:cubicBezTo>
                    <a:pt x="533757" y="1252483"/>
                    <a:pt x="444857" y="1177870"/>
                    <a:pt x="384532" y="1115958"/>
                  </a:cubicBezTo>
                  <a:cubicBezTo>
                    <a:pt x="324207" y="1054045"/>
                    <a:pt x="297219" y="1008537"/>
                    <a:pt x="251182" y="938158"/>
                  </a:cubicBezTo>
                  <a:cubicBezTo>
                    <a:pt x="205144" y="867779"/>
                    <a:pt x="143761" y="764062"/>
                    <a:pt x="108307" y="693683"/>
                  </a:cubicBezTo>
                  <a:cubicBezTo>
                    <a:pt x="72853" y="623304"/>
                    <a:pt x="55390" y="571445"/>
                    <a:pt x="38457" y="515883"/>
                  </a:cubicBezTo>
                  <a:cubicBezTo>
                    <a:pt x="21524" y="460320"/>
                    <a:pt x="13057" y="409521"/>
                    <a:pt x="6707" y="360308"/>
                  </a:cubicBezTo>
                  <a:cubicBezTo>
                    <a:pt x="357" y="311095"/>
                    <a:pt x="-701" y="264000"/>
                    <a:pt x="357" y="220608"/>
                  </a:cubicBezTo>
                  <a:cubicBezTo>
                    <a:pt x="1415" y="177216"/>
                    <a:pt x="2474" y="135412"/>
                    <a:pt x="13057" y="99958"/>
                  </a:cubicBezTo>
                  <a:cubicBezTo>
                    <a:pt x="23640" y="64504"/>
                    <a:pt x="45336" y="22700"/>
                    <a:pt x="63857" y="7883"/>
                  </a:cubicBezTo>
                  <a:cubicBezTo>
                    <a:pt x="82378" y="-6934"/>
                    <a:pt x="106719" y="2062"/>
                    <a:pt x="124182" y="11058"/>
                  </a:cubicBezTo>
                  <a:cubicBezTo>
                    <a:pt x="141644" y="20054"/>
                    <a:pt x="152757" y="33283"/>
                    <a:pt x="168632" y="61858"/>
                  </a:cubicBezTo>
                  <a:cubicBezTo>
                    <a:pt x="184507" y="90433"/>
                    <a:pt x="205674" y="138058"/>
                    <a:pt x="219432" y="182508"/>
                  </a:cubicBezTo>
                  <a:cubicBezTo>
                    <a:pt x="233190" y="226958"/>
                    <a:pt x="241128" y="253945"/>
                    <a:pt x="251182" y="328558"/>
                  </a:cubicBezTo>
                  <a:cubicBezTo>
                    <a:pt x="261236" y="403170"/>
                    <a:pt x="273407" y="516412"/>
                    <a:pt x="279757" y="630183"/>
                  </a:cubicBezTo>
                  <a:cubicBezTo>
                    <a:pt x="286107" y="743954"/>
                    <a:pt x="287165" y="888946"/>
                    <a:pt x="289282" y="1011183"/>
                  </a:cubicBezTo>
                  <a:cubicBezTo>
                    <a:pt x="291399" y="1133420"/>
                    <a:pt x="291928" y="1232375"/>
                    <a:pt x="292457" y="1363608"/>
                  </a:cubicBezTo>
                  <a:cubicBezTo>
                    <a:pt x="292986" y="1494841"/>
                    <a:pt x="292721" y="1665762"/>
                    <a:pt x="292457" y="1817633"/>
                  </a:cubicBez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AB1CB51-C9A0-9C79-85F1-E65C7C873404}"/>
                </a:ext>
              </a:extLst>
            </p:cNvPr>
            <p:cNvSpPr/>
            <p:nvPr/>
          </p:nvSpPr>
          <p:spPr>
            <a:xfrm>
              <a:off x="1346200" y="887467"/>
              <a:ext cx="541020" cy="363526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F1C71C-CF89-3D28-23B4-51A40530BFDA}"/>
                </a:ext>
              </a:extLst>
            </p:cNvPr>
            <p:cNvCxnSpPr/>
            <p:nvPr/>
          </p:nvCxnSpPr>
          <p:spPr>
            <a:xfrm>
              <a:off x="317500" y="2705051"/>
              <a:ext cx="4892511" cy="0"/>
            </a:xfrm>
            <a:prstGeom prst="line">
              <a:avLst/>
            </a:prstGeom>
            <a:ln w="63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CC9984A-5D42-D7B1-20CC-162DAA2C6228}"/>
                </a:ext>
              </a:extLst>
            </p:cNvPr>
            <p:cNvSpPr/>
            <p:nvPr/>
          </p:nvSpPr>
          <p:spPr>
            <a:xfrm>
              <a:off x="3960813" y="2681288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C0CB8BA-BCBA-32F7-3D76-AC387032AE69}"/>
                </a:ext>
              </a:extLst>
            </p:cNvPr>
            <p:cNvSpPr txBox="1"/>
            <p:nvPr/>
          </p:nvSpPr>
          <p:spPr>
            <a:xfrm>
              <a:off x="3602893" y="2752755"/>
              <a:ext cx="1068855" cy="55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Earth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82AEAB3-CDA3-D360-77C7-D6ED17626EA1}"/>
                </a:ext>
              </a:extLst>
            </p:cNvPr>
            <p:cNvSpPr txBox="1"/>
            <p:nvPr/>
          </p:nvSpPr>
          <p:spPr>
            <a:xfrm>
              <a:off x="4064499" y="1796284"/>
              <a:ext cx="1804412" cy="55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B0F0"/>
                  </a:solidFill>
                </a:rPr>
                <a:t>Lunar orbit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16C4CA1-E9FC-8546-42CA-623FB9EC5DFF}"/>
              </a:ext>
            </a:extLst>
          </p:cNvPr>
          <p:cNvGrpSpPr>
            <a:grpSpLocks noChangeAspect="1"/>
          </p:cNvGrpSpPr>
          <p:nvPr/>
        </p:nvGrpSpPr>
        <p:grpSpPr>
          <a:xfrm>
            <a:off x="3456048" y="3308934"/>
            <a:ext cx="2792759" cy="1828800"/>
            <a:chOff x="317500" y="887467"/>
            <a:chExt cx="5551411" cy="3635266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657B736-E7D8-7973-8114-043646C22D89}"/>
                </a:ext>
              </a:extLst>
            </p:cNvPr>
            <p:cNvSpPr/>
            <p:nvPr/>
          </p:nvSpPr>
          <p:spPr>
            <a:xfrm>
              <a:off x="3333930" y="2065564"/>
              <a:ext cx="1253765" cy="1253765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C14C872-A806-DB84-3B0E-FEFDF0D742A6}"/>
                </a:ext>
              </a:extLst>
            </p:cNvPr>
            <p:cNvSpPr/>
            <p:nvPr/>
          </p:nvSpPr>
          <p:spPr>
            <a:xfrm>
              <a:off x="1552218" y="887467"/>
              <a:ext cx="2664182" cy="1817633"/>
            </a:xfrm>
            <a:custGeom>
              <a:avLst/>
              <a:gdLst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18107 w 2664182"/>
                <a:gd name="csY2" fmla="*/ 178588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7985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292457 w 2664182"/>
                <a:gd name="csY27" fmla="*/ 181763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292457 w 2664182"/>
                <a:gd name="csY26" fmla="*/ 1363608 h 1817633"/>
                <a:gd name="csX27" fmla="*/ 330325 w 2664182"/>
                <a:gd name="csY27" fmla="*/ 1793966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363459 w 2664182"/>
                <a:gd name="csY26" fmla="*/ 1363608 h 1817633"/>
                <a:gd name="csX27" fmla="*/ 330325 w 2664182"/>
                <a:gd name="csY27" fmla="*/ 1793966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289282 w 2664182"/>
                <a:gd name="csY25" fmla="*/ 1011183 h 1817633"/>
                <a:gd name="csX26" fmla="*/ 363459 w 2664182"/>
                <a:gd name="csY26" fmla="*/ 1363608 h 1817633"/>
                <a:gd name="csX27" fmla="*/ 330325 w 2664182"/>
                <a:gd name="csY27" fmla="*/ 1793966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279757 w 2664182"/>
                <a:gd name="csY24" fmla="*/ 630183 h 1817633"/>
                <a:gd name="csX25" fmla="*/ 346084 w 2664182"/>
                <a:gd name="csY25" fmla="*/ 987515 h 1817633"/>
                <a:gd name="csX26" fmla="*/ 363459 w 2664182"/>
                <a:gd name="csY26" fmla="*/ 1363608 h 1817633"/>
                <a:gd name="csX27" fmla="*/ 330325 w 2664182"/>
                <a:gd name="csY27" fmla="*/ 1793966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322358 w 2664182"/>
                <a:gd name="csY24" fmla="*/ 601783 h 1817633"/>
                <a:gd name="csX25" fmla="*/ 346084 w 2664182"/>
                <a:gd name="csY25" fmla="*/ 987515 h 1817633"/>
                <a:gd name="csX26" fmla="*/ 363459 w 2664182"/>
                <a:gd name="csY26" fmla="*/ 1363608 h 1817633"/>
                <a:gd name="csX27" fmla="*/ 330325 w 2664182"/>
                <a:gd name="csY27" fmla="*/ 1793966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322358 w 2664182"/>
                <a:gd name="csY24" fmla="*/ 601783 h 1817633"/>
                <a:gd name="csX25" fmla="*/ 346084 w 2664182"/>
                <a:gd name="csY25" fmla="*/ 987515 h 1817633"/>
                <a:gd name="csX26" fmla="*/ 363459 w 2664182"/>
                <a:gd name="csY26" fmla="*/ 1363608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322358 w 2664182"/>
                <a:gd name="csY24" fmla="*/ 601783 h 1817633"/>
                <a:gd name="csX25" fmla="*/ 346084 w 2664182"/>
                <a:gd name="csY25" fmla="*/ 987515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24" fmla="*/ 322358 w 2664182"/>
                <a:gd name="csY24" fmla="*/ 60178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51182 w 2664182"/>
                <a:gd name="csY23" fmla="*/ 328558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219432 w 2664182"/>
                <a:gd name="csY22" fmla="*/ 182508 h 1817633"/>
                <a:gd name="csX23" fmla="*/ 246450 w 2664182"/>
                <a:gd name="csY23" fmla="*/ 394824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191032 w 2664182"/>
                <a:gd name="csY22" fmla="*/ 196709 h 1817633"/>
                <a:gd name="csX23" fmla="*/ 246450 w 2664182"/>
                <a:gd name="csY23" fmla="*/ 394824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191032 w 2664182"/>
                <a:gd name="csY22" fmla="*/ 196709 h 1817633"/>
                <a:gd name="csX23" fmla="*/ 236984 w 2664182"/>
                <a:gd name="csY23" fmla="*/ 418493 h 1817633"/>
                <a:gd name="csX0" fmla="*/ 2664182 w 2664182"/>
                <a:gd name="csY0" fmla="*/ 1817633 h 1817633"/>
                <a:gd name="csX1" fmla="*/ 2546707 w 2664182"/>
                <a:gd name="csY1" fmla="*/ 1785883 h 1817633"/>
                <a:gd name="csX2" fmla="*/ 2324457 w 2664182"/>
                <a:gd name="csY2" fmla="*/ 1766833 h 1817633"/>
                <a:gd name="csX3" fmla="*/ 2095857 w 2664182"/>
                <a:gd name="csY3" fmla="*/ 1763658 h 1817633"/>
                <a:gd name="csX4" fmla="*/ 1927582 w 2664182"/>
                <a:gd name="csY4" fmla="*/ 1750958 h 1817633"/>
                <a:gd name="csX5" fmla="*/ 1727557 w 2664182"/>
                <a:gd name="csY5" fmla="*/ 1719208 h 1817633"/>
                <a:gd name="csX6" fmla="*/ 1575157 w 2664182"/>
                <a:gd name="csY6" fmla="*/ 1693808 h 1817633"/>
                <a:gd name="csX7" fmla="*/ 1476732 w 2664182"/>
                <a:gd name="csY7" fmla="*/ 1668408 h 1817633"/>
                <a:gd name="csX8" fmla="*/ 1276707 w 2664182"/>
                <a:gd name="csY8" fmla="*/ 1617608 h 1817633"/>
                <a:gd name="csX9" fmla="*/ 1089382 w 2664182"/>
                <a:gd name="csY9" fmla="*/ 1554108 h 1817633"/>
                <a:gd name="csX10" fmla="*/ 860782 w 2664182"/>
                <a:gd name="csY10" fmla="*/ 1458858 h 1817633"/>
                <a:gd name="csX11" fmla="*/ 613132 w 2664182"/>
                <a:gd name="csY11" fmla="*/ 1309633 h 1817633"/>
                <a:gd name="csX12" fmla="*/ 384532 w 2664182"/>
                <a:gd name="csY12" fmla="*/ 1115958 h 1817633"/>
                <a:gd name="csX13" fmla="*/ 251182 w 2664182"/>
                <a:gd name="csY13" fmla="*/ 938158 h 1817633"/>
                <a:gd name="csX14" fmla="*/ 108307 w 2664182"/>
                <a:gd name="csY14" fmla="*/ 693683 h 1817633"/>
                <a:gd name="csX15" fmla="*/ 38457 w 2664182"/>
                <a:gd name="csY15" fmla="*/ 515883 h 1817633"/>
                <a:gd name="csX16" fmla="*/ 6707 w 2664182"/>
                <a:gd name="csY16" fmla="*/ 360308 h 1817633"/>
                <a:gd name="csX17" fmla="*/ 357 w 2664182"/>
                <a:gd name="csY17" fmla="*/ 220608 h 1817633"/>
                <a:gd name="csX18" fmla="*/ 13057 w 2664182"/>
                <a:gd name="csY18" fmla="*/ 99958 h 1817633"/>
                <a:gd name="csX19" fmla="*/ 63857 w 2664182"/>
                <a:gd name="csY19" fmla="*/ 7883 h 1817633"/>
                <a:gd name="csX20" fmla="*/ 124182 w 2664182"/>
                <a:gd name="csY20" fmla="*/ 11058 h 1817633"/>
                <a:gd name="csX21" fmla="*/ 168632 w 2664182"/>
                <a:gd name="csY21" fmla="*/ 61858 h 1817633"/>
                <a:gd name="csX22" fmla="*/ 191032 w 2664182"/>
                <a:gd name="csY22" fmla="*/ 196709 h 1817633"/>
                <a:gd name="csX23" fmla="*/ 236984 w 2664182"/>
                <a:gd name="csY23" fmla="*/ 418493 h 1817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2664182" h="1817633">
                  <a:moveTo>
                    <a:pt x="2664182" y="1817633"/>
                  </a:moveTo>
                  <a:cubicBezTo>
                    <a:pt x="2662859" y="1790116"/>
                    <a:pt x="2603328" y="1794350"/>
                    <a:pt x="2546707" y="1785883"/>
                  </a:cubicBezTo>
                  <a:cubicBezTo>
                    <a:pt x="2490086" y="1777416"/>
                    <a:pt x="2399599" y="1770537"/>
                    <a:pt x="2324457" y="1766833"/>
                  </a:cubicBezTo>
                  <a:cubicBezTo>
                    <a:pt x="2249315" y="1763129"/>
                    <a:pt x="2162003" y="1766304"/>
                    <a:pt x="2095857" y="1763658"/>
                  </a:cubicBezTo>
                  <a:cubicBezTo>
                    <a:pt x="2029711" y="1761012"/>
                    <a:pt x="1988965" y="1758366"/>
                    <a:pt x="1927582" y="1750958"/>
                  </a:cubicBezTo>
                  <a:cubicBezTo>
                    <a:pt x="1866199" y="1743550"/>
                    <a:pt x="1727557" y="1719208"/>
                    <a:pt x="1727557" y="1719208"/>
                  </a:cubicBezTo>
                  <a:cubicBezTo>
                    <a:pt x="1668819" y="1709683"/>
                    <a:pt x="1616961" y="1702275"/>
                    <a:pt x="1575157" y="1693808"/>
                  </a:cubicBezTo>
                  <a:cubicBezTo>
                    <a:pt x="1533353" y="1685341"/>
                    <a:pt x="1476732" y="1668408"/>
                    <a:pt x="1476732" y="1668408"/>
                  </a:cubicBezTo>
                  <a:cubicBezTo>
                    <a:pt x="1426990" y="1655708"/>
                    <a:pt x="1341265" y="1636658"/>
                    <a:pt x="1276707" y="1617608"/>
                  </a:cubicBezTo>
                  <a:cubicBezTo>
                    <a:pt x="1212149" y="1598558"/>
                    <a:pt x="1158703" y="1580566"/>
                    <a:pt x="1089382" y="1554108"/>
                  </a:cubicBezTo>
                  <a:cubicBezTo>
                    <a:pt x="1020061" y="1527650"/>
                    <a:pt x="940157" y="1499604"/>
                    <a:pt x="860782" y="1458858"/>
                  </a:cubicBezTo>
                  <a:cubicBezTo>
                    <a:pt x="781407" y="1418112"/>
                    <a:pt x="692507" y="1366783"/>
                    <a:pt x="613132" y="1309633"/>
                  </a:cubicBezTo>
                  <a:cubicBezTo>
                    <a:pt x="533757" y="1252483"/>
                    <a:pt x="444857" y="1177870"/>
                    <a:pt x="384532" y="1115958"/>
                  </a:cubicBezTo>
                  <a:cubicBezTo>
                    <a:pt x="324207" y="1054045"/>
                    <a:pt x="297219" y="1008537"/>
                    <a:pt x="251182" y="938158"/>
                  </a:cubicBezTo>
                  <a:cubicBezTo>
                    <a:pt x="205144" y="867779"/>
                    <a:pt x="143761" y="764062"/>
                    <a:pt x="108307" y="693683"/>
                  </a:cubicBezTo>
                  <a:cubicBezTo>
                    <a:pt x="72853" y="623304"/>
                    <a:pt x="55390" y="571445"/>
                    <a:pt x="38457" y="515883"/>
                  </a:cubicBezTo>
                  <a:cubicBezTo>
                    <a:pt x="21524" y="460320"/>
                    <a:pt x="13057" y="409521"/>
                    <a:pt x="6707" y="360308"/>
                  </a:cubicBezTo>
                  <a:cubicBezTo>
                    <a:pt x="357" y="311095"/>
                    <a:pt x="-701" y="264000"/>
                    <a:pt x="357" y="220608"/>
                  </a:cubicBezTo>
                  <a:cubicBezTo>
                    <a:pt x="1415" y="177216"/>
                    <a:pt x="2474" y="135412"/>
                    <a:pt x="13057" y="99958"/>
                  </a:cubicBezTo>
                  <a:cubicBezTo>
                    <a:pt x="23640" y="64504"/>
                    <a:pt x="45336" y="22700"/>
                    <a:pt x="63857" y="7883"/>
                  </a:cubicBezTo>
                  <a:cubicBezTo>
                    <a:pt x="82378" y="-6934"/>
                    <a:pt x="106719" y="2062"/>
                    <a:pt x="124182" y="11058"/>
                  </a:cubicBezTo>
                  <a:cubicBezTo>
                    <a:pt x="141644" y="20054"/>
                    <a:pt x="157490" y="30916"/>
                    <a:pt x="168632" y="61858"/>
                  </a:cubicBezTo>
                  <a:cubicBezTo>
                    <a:pt x="179774" y="92800"/>
                    <a:pt x="179640" y="137270"/>
                    <a:pt x="191032" y="196709"/>
                  </a:cubicBezTo>
                  <a:cubicBezTo>
                    <a:pt x="202424" y="256148"/>
                    <a:pt x="224562" y="291813"/>
                    <a:pt x="236984" y="418493"/>
                  </a:cubicBez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95146FC-D58C-AF86-049A-DC53212C49AB}"/>
                </a:ext>
              </a:extLst>
            </p:cNvPr>
            <p:cNvSpPr/>
            <p:nvPr/>
          </p:nvSpPr>
          <p:spPr>
            <a:xfrm>
              <a:off x="1346200" y="887467"/>
              <a:ext cx="541020" cy="363526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73BD605-1C5C-0D7A-6175-45569E9B1220}"/>
                </a:ext>
              </a:extLst>
            </p:cNvPr>
            <p:cNvCxnSpPr/>
            <p:nvPr/>
          </p:nvCxnSpPr>
          <p:spPr>
            <a:xfrm>
              <a:off x="317500" y="2705051"/>
              <a:ext cx="4892511" cy="0"/>
            </a:xfrm>
            <a:prstGeom prst="line">
              <a:avLst/>
            </a:prstGeom>
            <a:ln w="63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19B7011-1A42-08F8-FC92-6C0BDCFE31FE}"/>
                </a:ext>
              </a:extLst>
            </p:cNvPr>
            <p:cNvSpPr/>
            <p:nvPr/>
          </p:nvSpPr>
          <p:spPr>
            <a:xfrm>
              <a:off x="3960813" y="2681288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49A715A-EEE7-BE4C-8021-1B6B67625113}"/>
                </a:ext>
              </a:extLst>
            </p:cNvPr>
            <p:cNvSpPr txBox="1"/>
            <p:nvPr/>
          </p:nvSpPr>
          <p:spPr>
            <a:xfrm>
              <a:off x="3602893" y="2752755"/>
              <a:ext cx="1068855" cy="55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Earth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5FF2036-09DD-D19D-A365-A6FD477E4AE9}"/>
                </a:ext>
              </a:extLst>
            </p:cNvPr>
            <p:cNvSpPr txBox="1"/>
            <p:nvPr/>
          </p:nvSpPr>
          <p:spPr>
            <a:xfrm>
              <a:off x="4064499" y="1796284"/>
              <a:ext cx="1804412" cy="5506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B0F0"/>
                  </a:solidFill>
                </a:rPr>
                <a:t>Lunar orbit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9448D490-EE8A-16D5-01EF-B14BD311E7C2}"/>
              </a:ext>
            </a:extLst>
          </p:cNvPr>
          <p:cNvSpPr txBox="1"/>
          <p:nvPr/>
        </p:nvSpPr>
        <p:spPr>
          <a:xfrm>
            <a:off x="1611637" y="2690868"/>
            <a:ext cx="670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BE989C-294E-4ED0-FB58-BEDB52C55545}"/>
              </a:ext>
            </a:extLst>
          </p:cNvPr>
          <p:cNvSpPr txBox="1"/>
          <p:nvPr/>
        </p:nvSpPr>
        <p:spPr>
          <a:xfrm>
            <a:off x="4412268" y="2690868"/>
            <a:ext cx="670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FDD909-8420-EB0E-A153-F062C78B11C9}"/>
              </a:ext>
            </a:extLst>
          </p:cNvPr>
          <p:cNvSpPr txBox="1"/>
          <p:nvPr/>
        </p:nvSpPr>
        <p:spPr>
          <a:xfrm>
            <a:off x="1611637" y="4940336"/>
            <a:ext cx="670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F3103F-E7E5-C9B2-3C64-831271753B80}"/>
              </a:ext>
            </a:extLst>
          </p:cNvPr>
          <p:cNvSpPr txBox="1"/>
          <p:nvPr/>
        </p:nvSpPr>
        <p:spPr>
          <a:xfrm>
            <a:off x="4412268" y="4940336"/>
            <a:ext cx="670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9C56843-6EFB-6793-9C15-B160ADE4CBAB}"/>
              </a:ext>
            </a:extLst>
          </p:cNvPr>
          <p:cNvSpPr/>
          <p:nvPr/>
        </p:nvSpPr>
        <p:spPr>
          <a:xfrm>
            <a:off x="220980" y="342900"/>
            <a:ext cx="6309360" cy="5195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73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24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Conrad Schiff</dc:creator>
  <cp:lastModifiedBy>Conrad Schiff</cp:lastModifiedBy>
  <cp:revision>1</cp:revision>
  <dcterms:created xsi:type="dcterms:W3CDTF">2026-06-09T15:31:22Z</dcterms:created>
  <dcterms:modified xsi:type="dcterms:W3CDTF">2026-06-09T22:40:29Z</dcterms:modified>
</cp:coreProperties>
</file>