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E0E6"/>
    <a:srgbClr val="FA8072"/>
    <a:srgbClr val="D8BFD8"/>
    <a:srgbClr val="FFFF00"/>
    <a:srgbClr val="DDA0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8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C2D48-F074-2D77-8E13-D310FF2FC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3A7035-1F84-DE29-7509-54E3F595B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F149A-9A37-965E-8D4E-C33A44F37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4BEC-C654-42A4-929F-3325C3511C8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64A95-9B0D-D7D0-476E-D36B984AE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97671-E60C-484E-BFF3-2E24A3A03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B366-31A6-4483-BD88-0CD366F9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13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3277A-D869-F28D-B8AB-0A10BFB9A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F3E97-4A73-343A-9743-5FCED7337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05574-3468-AF4A-9EB4-8D6C40D7C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4BEC-C654-42A4-929F-3325C3511C8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6FC2F-2A85-74C1-671B-5B4F364EC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4157F-629C-9D27-4798-B3E83EAEA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B366-31A6-4483-BD88-0CD366F9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22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50027-B4CD-4AF3-5613-AE638DF69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66A4E-3778-891A-6050-65FA1CE4D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21E1A-E721-8306-33D1-89F293917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4BEC-C654-42A4-929F-3325C3511C8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12E9F-58E2-DBA7-AA1D-18FF752C3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36374-07B9-A8DD-4D42-31ADABDC2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B366-31A6-4483-BD88-0CD366F9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657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BD96F-B754-01C0-39C2-3DBB2AED7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7A86F-D92D-C8F5-36D3-4FD9E857F8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34FE2-CB00-5858-907A-AF227020C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0CDE8-3566-BF0F-A9F2-6B8389F4A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4BEC-C654-42A4-929F-3325C3511C8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95402-756F-D39F-4994-40F5D6000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6F052-B511-63A6-88B2-57C2EE7AB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B366-31A6-4483-BD88-0CD366F9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19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08E28-A82C-6EA7-881A-99428CBF5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90206-8EBD-98DE-A6CC-BDF42120F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A26D9-E9FB-1FB9-AC9C-FA5C8B858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A96F28-2EF1-A01B-9D5C-E483AF20DF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1744A6-4581-AA1C-614D-D0FF17A9F6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F943ED-C415-2C8A-C0F6-16E52E391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4BEC-C654-42A4-929F-3325C3511C8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BDC543-804A-45FA-8E7B-321C6D44D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CF3D59-EA3D-9202-7E63-B2C18087E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B366-31A6-4483-BD88-0CD366F9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47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1E65E-D044-CAEC-0D82-B71B5590F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345F2C-2C5F-DA75-54DC-46E15E83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4BEC-C654-42A4-929F-3325C3511C8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520FDB-5915-E766-82D8-B4617B652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7D577-DAFC-34B2-5C58-DC6701D6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B366-31A6-4483-BD88-0CD366F9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419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C95D9A-D2F3-D5B7-834A-E9FA96992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4BEC-C654-42A4-929F-3325C3511C8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00C164-8A11-6C29-53F8-0B1BDF820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5E96C-F5B4-AC79-3516-6C3635433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B366-31A6-4483-BD88-0CD366F9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63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1633B-E372-E16A-CA07-2283452B7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7BDF5-37E9-B955-5DD3-FEE6D3FCB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00F188-3BCD-2809-895B-417DC4E12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178AB-D18A-1B39-D8AD-929C70675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4BEC-C654-42A4-929F-3325C3511C8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A9B33-2A8F-9E6F-8B1D-0FE8A2DB8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F2703-4BAD-7FAC-D74C-D19B89725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B366-31A6-4483-BD88-0CD366F9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18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B70AC-11B4-901B-E1E9-A77C68EE3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C513F-BF3B-CEAB-82D9-EF3AC1D58D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54616-A8C8-601A-1F04-B05FCAA41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2E208-DC76-4CD3-F7AD-9F75186D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4BEC-C654-42A4-929F-3325C3511C8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48ADD-75D8-4F02-32FD-16A7AEC3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C4A7F-DE3D-9263-E95E-4642114BE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B366-31A6-4483-BD88-0CD366F9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0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BE5F4-64A3-4494-9550-38800B8E9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52EFA-75E3-B6C5-95E4-24E7A0EBE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56BD2-81E5-8915-7FF3-586F1CF3C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4BEC-C654-42A4-929F-3325C3511C8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6F67A-83BC-2E9C-3868-EBD43CA1F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E7C79-086C-C447-2698-20735B039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B366-31A6-4483-BD88-0CD366F9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93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8931FE-8350-4167-2F65-23B204A8A4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929470-A4C9-7E1F-FFF5-C3B4279B1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D12CE-9730-F76E-9800-DE4558E20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4BEC-C654-42A4-929F-3325C3511C8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D289D-5E7B-CAC1-96AC-EC45DC3C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78E04-26EF-4E67-DBFE-71D9427FE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B366-31A6-4483-BD88-0CD366F9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9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FCC390-E045-E5FE-B0AD-02525D728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975AE-5454-5899-1B11-622A371F3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5A8A8-50A6-A7D6-B844-7C3E2A61A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84BEC-C654-42A4-929F-3325C3511C8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FB9D6-C323-5371-AFC6-77FB8CC7D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F0A7D-9E16-39F6-591F-E731D3CF02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CB366-31A6-4483-BD88-0CD366F9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2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1B87D05C-4144-8AB0-8B13-5750AED67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069" y="962660"/>
            <a:ext cx="2828925" cy="43838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96DB1F-5AE9-4FC7-2910-95EE3AC25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75" y="965201"/>
            <a:ext cx="3057525" cy="43838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EA8088-86E4-9337-9F14-CC6EF45534D5}"/>
              </a:ext>
            </a:extLst>
          </p:cNvPr>
          <p:cNvSpPr txBox="1"/>
          <p:nvPr/>
        </p:nvSpPr>
        <p:spPr>
          <a:xfrm>
            <a:off x="736533" y="595869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Tree1=</a:t>
            </a:r>
            <a:r>
              <a:rPr lang="pl-PL" dirty="0"/>
              <a:t>mu/2/(a+b/2)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23E1B8-07BF-C19C-1551-9CA5CE9E3B89}"/>
              </a:ext>
            </a:extLst>
          </p:cNvPr>
          <p:cNvSpPr txBox="1"/>
          <p:nvPr/>
        </p:nvSpPr>
        <p:spPr>
          <a:xfrm>
            <a:off x="4632642" y="595869"/>
            <a:ext cx="200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Tree2=mu/(2*</a:t>
            </a:r>
            <a:r>
              <a:rPr lang="en-US" dirty="0" err="1"/>
              <a:t>a+b</a:t>
            </a:r>
            <a:r>
              <a:rPr lang="en-US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296C32-4E45-E1B4-A273-001BF361269E}"/>
              </a:ext>
            </a:extLst>
          </p:cNvPr>
          <p:cNvSpPr txBox="1"/>
          <p:nvPr/>
        </p:nvSpPr>
        <p:spPr>
          <a:xfrm>
            <a:off x="7943032" y="593328"/>
            <a:ext cx="2380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Tree3=</a:t>
            </a:r>
            <a:r>
              <a:rPr lang="pl-PL" dirty="0"/>
              <a:t>mu/(2*(a+b/2))</a:t>
            </a:r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F92EC50-4D25-31CC-5C07-53903DD06B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858" y="962660"/>
            <a:ext cx="2828925" cy="438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577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8447</TotalTime>
  <Words>34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Conrad Schiff</dc:creator>
  <cp:lastModifiedBy>Conrad Schiff</cp:lastModifiedBy>
  <cp:revision>2</cp:revision>
  <dcterms:created xsi:type="dcterms:W3CDTF">2026-05-08T00:54:33Z</dcterms:created>
  <dcterms:modified xsi:type="dcterms:W3CDTF">2026-05-19T10:54:32Z</dcterms:modified>
</cp:coreProperties>
</file>