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CC190-2A06-EDCC-3ED0-B812DBFE7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AA3934-818A-7DF1-7BDA-0A42F0F288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36D7E-66AB-6D6D-D87A-0021E7755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2BBB-7FDD-4129-8956-32EB44668B1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0E56A-83E2-8097-9411-2DD33902B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CEEAE-EC1C-E26C-FE92-B35BE502D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51F2-79B5-4983-A3D5-7029BE5A3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76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E6B37-3A73-6F2C-ED2D-4B97896EC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71DA1-C10D-4CEE-0F6E-483E2C98E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A0079-6E30-D34D-5C90-8738E3E32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2BBB-7FDD-4129-8956-32EB44668B1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33712-A719-746E-B48E-493043592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038F3-776A-E69E-C949-E02906E3B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51F2-79B5-4983-A3D5-7029BE5A3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12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A6640-7E71-117A-EF73-BC1F52A1E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3DF7B-6EDA-385A-1A9A-BE7DAA7B5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17D6-CCE8-4491-2BD4-5BADC026C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2BBB-7FDD-4129-8956-32EB44668B1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A285D-B6A2-E7F5-326E-231580F2C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F173C-A7BD-5BEC-DCA8-14482D11F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51F2-79B5-4983-A3D5-7029BE5A3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25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1EEE5-C8E3-BDD4-7EA9-E588CFBD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20F8E-9E85-3AF9-7B9C-5A02D0697A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457E8-20AD-FE04-34F7-A35B8E58C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35A59-8BAD-AA89-C54E-1A7D2635B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2BBB-7FDD-4129-8956-32EB44668B1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967DF-9251-3D69-46A0-97AEA542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35C19-DC9F-85D6-3F2B-2989AE9AF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51F2-79B5-4983-A3D5-7029BE5A3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759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FFFA9-8CE8-342F-D0E0-281FEB741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F4D49-988A-2564-B2AC-984026D12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3C5E9-AFC8-58F0-A330-66FC186A9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7B02A8-FB77-13A7-9C67-F888A4AF38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A8529B-10A2-160C-FD0A-DAEC22BF49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B46044-E8D8-D6F6-24BF-F1E1E2FA4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2BBB-7FDD-4129-8956-32EB44668B1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42065B-75F4-FDD3-C6C9-9A8FBA2CE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B937CD-84BD-5A62-A02F-028A9BF2D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51F2-79B5-4983-A3D5-7029BE5A3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00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52C00-CD4F-32BE-7B3F-8DB2845D1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D06AF3-3A40-64ED-606C-EB24DE333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2BBB-7FDD-4129-8956-32EB44668B1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4D49FD-E7F4-711F-9153-E253949A3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E582B4-5AB8-B5BA-1D7A-4B81B50F5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51F2-79B5-4983-A3D5-7029BE5A3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86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6A1ADB-81C7-98EC-30C0-110831A49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2BBB-7FDD-4129-8956-32EB44668B1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EDD10B-879C-2F78-1345-CE85220E2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5A9BC-FC4C-8278-CF75-2621D0BEB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51F2-79B5-4983-A3D5-7029BE5A3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914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FFAD5-5591-3FF7-3150-CE85FDDF7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B9C71-3E7B-59DA-AAE0-F43EF9754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5F555-7945-F6C8-2653-0F00EFC37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FF136-6E9E-7E6A-69A9-42CA41DD8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2BBB-7FDD-4129-8956-32EB44668B1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B3765-DCBE-1992-054A-8482B3788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D4B53-476A-DF88-1557-09C61D9A7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51F2-79B5-4983-A3D5-7029BE5A3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22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A2DD-3F6D-B71F-7CF2-91D6717E7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247CB0-8067-7621-900F-F081B4E84D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6037E-7962-37E6-D904-B6E8FBD63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23711-E20F-EABC-BDA3-C1C7836AC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2BBB-7FDD-4129-8956-32EB44668B1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181C0-C28D-0EE8-4D8F-61C3D40B2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40D9C2-A939-77FB-DCD1-51771ACE7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51F2-79B5-4983-A3D5-7029BE5A3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686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3941A-8133-DAC0-4747-ACD1E2C96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870608-1862-B932-FB94-F03099B4F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9D34A-B03B-1AE2-783C-96170EBEA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2BBB-7FDD-4129-8956-32EB44668B1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89EEE-0E71-7AB6-BB03-C4A3B87C3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1AAFB-2516-A345-9026-4672E695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51F2-79B5-4983-A3D5-7029BE5A3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84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AE5F75-E579-4903-0C21-1A17D91691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D3EA1-AF67-65CF-6A4E-3FA9F9E57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9492A-76D0-99F8-EB15-C638D5CAF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62BBB-7FDD-4129-8956-32EB44668B1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B11B5-D2D7-7431-ACDF-2CBBD028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90E23-486F-EE47-8FD2-D0117778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51F2-79B5-4983-A3D5-7029BE5A3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01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FB7431-13BF-68D5-C01B-46F0B8697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C8B53-2550-AD7F-E2DC-C53E4C16A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71633-6A18-69FE-4941-688451C21D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62BBB-7FDD-4129-8956-32EB44668B1A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38D21-8C9F-3A23-ABC6-3320068F16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F4D60-BB6D-42B8-8D08-568656AAB3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951F2-79B5-4983-A3D5-7029BE5A34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952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CC9DC5-F014-BDD7-50B1-F2AAA05E9624}"/>
              </a:ext>
            </a:extLst>
          </p:cNvPr>
          <p:cNvCxnSpPr>
            <a:cxnSpLocks/>
          </p:cNvCxnSpPr>
          <p:nvPr/>
        </p:nvCxnSpPr>
        <p:spPr>
          <a:xfrm>
            <a:off x="894303" y="3104941"/>
            <a:ext cx="9865137" cy="0"/>
          </a:xfrm>
          <a:prstGeom prst="line">
            <a:avLst/>
          </a:prstGeom>
          <a:ln w="508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AE1E2C9-2C24-57EC-E596-75549069CDFB}"/>
                  </a:ext>
                </a:extLst>
              </p:cNvPr>
              <p:cNvSpPr/>
              <p:nvPr/>
            </p:nvSpPr>
            <p:spPr>
              <a:xfrm>
                <a:off x="2059912" y="2537209"/>
                <a:ext cx="1135463" cy="113546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AE1E2C9-2C24-57EC-E596-75549069CD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912" y="2537209"/>
                <a:ext cx="1135463" cy="1135463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B521C135-DC09-D3A9-D5FB-E58442F41915}"/>
              </a:ext>
            </a:extLst>
          </p:cNvPr>
          <p:cNvSpPr/>
          <p:nvPr/>
        </p:nvSpPr>
        <p:spPr>
          <a:xfrm>
            <a:off x="4109776" y="2914022"/>
            <a:ext cx="386863" cy="386863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CBE3372-2F62-CFF8-630B-97AB6B610ADE}"/>
                  </a:ext>
                </a:extLst>
              </p:cNvPr>
              <p:cNvSpPr/>
              <p:nvPr/>
            </p:nvSpPr>
            <p:spPr>
              <a:xfrm>
                <a:off x="7517508" y="2700495"/>
                <a:ext cx="808892" cy="80889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CBE3372-2F62-CFF8-630B-97AB6B610A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7508" y="2700495"/>
                <a:ext cx="808892" cy="80889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A81479-0306-61C5-7960-C44E869E2B29}"/>
              </a:ext>
            </a:extLst>
          </p:cNvPr>
          <p:cNvCxnSpPr/>
          <p:nvPr/>
        </p:nvCxnSpPr>
        <p:spPr>
          <a:xfrm>
            <a:off x="2627643" y="2250831"/>
            <a:ext cx="167556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9A2F053-7A3D-2EBA-1CFA-A9D6F652FA83}"/>
              </a:ext>
            </a:extLst>
          </p:cNvPr>
          <p:cNvCxnSpPr>
            <a:cxnSpLocks/>
          </p:cNvCxnSpPr>
          <p:nvPr/>
        </p:nvCxnSpPr>
        <p:spPr>
          <a:xfrm>
            <a:off x="4303207" y="2250831"/>
            <a:ext cx="342397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2A262B3-FCA1-C6CC-1749-700911503F87}"/>
                  </a:ext>
                </a:extLst>
              </p:cNvPr>
              <p:cNvSpPr txBox="1"/>
              <p:nvPr/>
            </p:nvSpPr>
            <p:spPr>
              <a:xfrm>
                <a:off x="5235191" y="1698171"/>
                <a:ext cx="12761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2A262B3-FCA1-C6CC-1749-700911503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5191" y="1698171"/>
                <a:ext cx="1276141" cy="369332"/>
              </a:xfrm>
              <a:prstGeom prst="rect">
                <a:avLst/>
              </a:prstGeom>
              <a:blipFill>
                <a:blip r:embed="rId4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32F7BA4-FD32-FA36-B3F5-0A5DF0CD1998}"/>
                  </a:ext>
                </a:extLst>
              </p:cNvPr>
              <p:cNvSpPr txBox="1"/>
              <p:nvPr/>
            </p:nvSpPr>
            <p:spPr>
              <a:xfrm>
                <a:off x="2827354" y="1698171"/>
                <a:ext cx="12761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32F7BA4-FD32-FA36-B3F5-0A5DF0CD1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354" y="1698171"/>
                <a:ext cx="1276141" cy="369332"/>
              </a:xfrm>
              <a:prstGeom prst="rect">
                <a:avLst/>
              </a:prstGeom>
              <a:blipFill>
                <a:blip r:embed="rId5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42C592-F520-3615-2356-8D11AB108E27}"/>
                  </a:ext>
                </a:extLst>
              </p:cNvPr>
              <p:cNvSpPr txBox="1"/>
              <p:nvPr/>
            </p:nvSpPr>
            <p:spPr>
              <a:xfrm rot="16200000">
                <a:off x="783802" y="2887690"/>
                <a:ext cx="1366576" cy="2257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42C592-F520-3615-2356-8D11AB108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83802" y="2887690"/>
                <a:ext cx="1366576" cy="22576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83E503-564C-325E-05DE-3B50A5CF1A88}"/>
                  </a:ext>
                </a:extLst>
              </p:cNvPr>
              <p:cNvSpPr txBox="1"/>
              <p:nvPr/>
            </p:nvSpPr>
            <p:spPr>
              <a:xfrm rot="16200000">
                <a:off x="8773138" y="2483586"/>
                <a:ext cx="1366576" cy="3069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83E503-564C-325E-05DE-3B50A5CF1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773138" y="2483586"/>
                <a:ext cx="1366576" cy="30694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A5EADED-BFEC-B798-FAB6-71E926F3EC16}"/>
                  </a:ext>
                </a:extLst>
              </p:cNvPr>
              <p:cNvSpPr txBox="1"/>
              <p:nvPr/>
            </p:nvSpPr>
            <p:spPr>
              <a:xfrm rot="16200000">
                <a:off x="4588826" y="1263785"/>
                <a:ext cx="1366576" cy="5505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  <m:e/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A5EADED-BFEC-B798-FAB6-71E926F3E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588826" y="1263785"/>
                <a:ext cx="1366576" cy="550541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EBB2567E-9348-4A33-04E0-CD77171243C5}"/>
              </a:ext>
            </a:extLst>
          </p:cNvPr>
          <p:cNvSpPr txBox="1"/>
          <p:nvPr/>
        </p:nvSpPr>
        <p:spPr>
          <a:xfrm>
            <a:off x="924561" y="3551338"/>
            <a:ext cx="177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Region III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0EC693-ABCA-E1AE-3341-67AF345FC45B}"/>
              </a:ext>
            </a:extLst>
          </p:cNvPr>
          <p:cNvSpPr txBox="1"/>
          <p:nvPr/>
        </p:nvSpPr>
        <p:spPr>
          <a:xfrm>
            <a:off x="5086002" y="3551338"/>
            <a:ext cx="177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Region I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A360B3B-5192-AE2B-3C53-0ED8A7E57E16}"/>
              </a:ext>
            </a:extLst>
          </p:cNvPr>
          <p:cNvSpPr txBox="1"/>
          <p:nvPr/>
        </p:nvSpPr>
        <p:spPr>
          <a:xfrm>
            <a:off x="8965029" y="3551338"/>
            <a:ext cx="177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Region II</a:t>
            </a:r>
          </a:p>
        </p:txBody>
      </p:sp>
    </p:spTree>
    <p:extLst>
      <p:ext uri="{BB962C8B-B14F-4D97-AF65-F5344CB8AC3E}">
        <p14:creationId xmlns:p14="http://schemas.microsoft.com/office/powerpoint/2010/main" val="184337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Conrad Schiff</dc:creator>
  <cp:lastModifiedBy>Conrad Schiff</cp:lastModifiedBy>
  <cp:revision>1</cp:revision>
  <dcterms:created xsi:type="dcterms:W3CDTF">2026-05-29T20:28:08Z</dcterms:created>
  <dcterms:modified xsi:type="dcterms:W3CDTF">2026-05-29T20:28:29Z</dcterms:modified>
</cp:coreProperties>
</file>