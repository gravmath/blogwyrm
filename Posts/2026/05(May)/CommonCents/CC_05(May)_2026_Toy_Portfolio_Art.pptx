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1B07-9C0B-1F68-3AEC-8303C9B3A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14D58-6C34-EA58-FF3B-4004E7809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CD008-6310-046A-74B5-A515D8345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9EB7A-37F3-4A1A-9E14-EC7A751EC22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B269F-FCBF-6323-C3AC-44A54373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AB1F-70A2-A810-1BFE-D8D2E960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9A77-4A6E-4B3E-ACFE-190359793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2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34803-A9CC-55B3-615F-CE34A0D2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0BB55-919C-C776-330D-4CCC7FB6E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0D265-A50C-334C-1AE9-5D48FB34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9EB7A-37F3-4A1A-9E14-EC7A751EC22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0B504-2328-D1BF-8FEA-4258650E7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5214C-7587-3F7B-5AA0-53C6A845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9A77-4A6E-4B3E-ACFE-190359793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92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E35BE-0422-6892-20C8-D829545F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B5C11-3C54-987F-7A28-CE17D4BBA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6B48D-7A3F-F5A6-8623-277A6C41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9EB7A-37F3-4A1A-9E14-EC7A751EC22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3A254-F95B-9970-E3FE-3D4F35EF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7AC0F-A364-4C97-2017-DB2C0F42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9A77-4A6E-4B3E-ACFE-190359793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0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FA45C-8E88-4EC7-15AE-D9B2684A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0B086-085C-53CD-3C33-DAF62CB1E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F195E-0242-8E55-B113-6C2421321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C57B4-BCAF-6E19-EA5D-B66A6C62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9EB7A-37F3-4A1A-9E14-EC7A751EC22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E3FD6-4246-0378-7FB7-1237CFD7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F7735-C576-0BCB-C911-47EA274FF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9A77-4A6E-4B3E-ACFE-190359793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3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DCCBA-CC56-DE21-8CB8-D4BD74D1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52F87-9498-977F-B1BC-C311637E0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A2B72-59C1-ADE5-CCA3-49A645D30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A3BDD-8F53-6C29-C849-6F32AFD06A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EE2EF9-C8DA-7692-C31F-EE0DFEC62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10673F-BA03-9E35-248D-C8D250D0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9EB7A-37F3-4A1A-9E14-EC7A751EC22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233913-B371-C606-7983-6EA762FA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EB449E-5771-2D23-C556-2E3229708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9A77-4A6E-4B3E-ACFE-190359793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3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8DB27-A2CA-0EB2-36A9-A0189B6EB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84130A-DE84-DBC0-F1EB-D8E8CF93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9EB7A-37F3-4A1A-9E14-EC7A751EC22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66A47-CCDE-F838-ECA0-7FEA2C843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753A2-6512-03C3-5051-8B030FDC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9A77-4A6E-4B3E-ACFE-190359793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9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19710D-B7C2-C99B-C6BC-0A3A46625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9EB7A-37F3-4A1A-9E14-EC7A751EC22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9F784-4526-82FB-3389-97C98A318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38F16-8C73-EA13-A907-B88F1A18F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9A77-4A6E-4B3E-ACFE-190359793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0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A70DE-2F69-5CE8-A8E4-9AE848EA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241BC-129F-1298-9972-E7CC86C8A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9D82C-7AF6-EB98-94AC-A4163A61D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01D37-E756-8DBE-CB27-6627D1F02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9EB7A-37F3-4A1A-9E14-EC7A751EC22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FA20B-849E-736E-1EB4-FCC99A676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54579-5CE3-2573-7472-64057E3B1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9A77-4A6E-4B3E-ACFE-190359793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0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D6F8-57B5-C1C6-5ACC-4B39A6FD1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B402C1-B619-133D-F9E3-7BDB8E5F4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58620-EC36-0202-7D01-FE2D47A13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03C62-E39F-5E7D-B9A1-CA7978A25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9EB7A-37F3-4A1A-9E14-EC7A751EC22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EC149-E45C-8532-0B7D-FFF43C05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2ABB8-7977-B408-98CA-DACF81AB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9A77-4A6E-4B3E-ACFE-190359793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6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C70C-80B3-280B-A11B-8CF9440F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1798C-670A-9BD2-3C7F-601C6735D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77405-4300-7ED8-E9C2-510ED147B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9EB7A-37F3-4A1A-9E14-EC7A751EC22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CCFE9-41B3-ED63-1608-A78BC257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14834-1C81-6262-E6F0-0E9853D6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9A77-4A6E-4B3E-ACFE-190359793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13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0A768-DBB5-5A04-BB2F-DB54BE665B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0A5C6-973E-FEAE-EC14-5A91A9DAD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584B-2523-7509-94B9-0E9FF34B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9EB7A-37F3-4A1A-9E14-EC7A751EC22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9705B-7907-471F-0CC6-A5685F101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B618E-23D2-02DB-3C40-195181DF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9A77-4A6E-4B3E-ACFE-190359793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AD37E-6C1C-7D4B-4E77-213082AF1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9D673-EDE4-8CDA-9056-652B0357F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CE788-FDC2-3045-1B0A-79DF00D76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B9EB7A-37F3-4A1A-9E14-EC7A751EC22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33EA6-4046-2AB9-267E-F9AD42070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D6C8E-136E-9A91-62CA-879654B2F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59A77-4A6E-4B3E-ACFE-190359793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40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E21A3B-1C59-3F8B-58BC-BCBC902AF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799" y="2605087"/>
            <a:ext cx="6410051" cy="330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0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Conrad Schiff</dc:creator>
  <cp:lastModifiedBy>Conrad Schiff</cp:lastModifiedBy>
  <cp:revision>1</cp:revision>
  <dcterms:created xsi:type="dcterms:W3CDTF">2026-05-29T20:32:33Z</dcterms:created>
  <dcterms:modified xsi:type="dcterms:W3CDTF">2026-06-03T11:32:15Z</dcterms:modified>
</cp:coreProperties>
</file>