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80C0-38C4-276A-10B2-D8FC46920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F212A-F2BF-FB00-94C8-F860E01A2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F8D2-A995-1837-94BB-19C3C922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16977-1FB3-E6DA-5F9F-03843835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73E69-9D01-8C06-258D-A3071E0B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7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67A5A-E1D3-E575-DB86-D3F57A6B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E7E1B-27AF-F0D9-C678-2898C157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8E4CC-07B2-E407-FE8D-53BE7278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E5F8A-352E-068F-0E29-BE77F007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58084-A063-804D-A74F-7F1620E1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5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794E-5744-D951-2E0A-1D8FE1B90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A5130-7698-6676-8665-17C79C00F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C5B78-0637-9D53-BE0E-2FA3F21D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08DA7-A880-7EC5-50DC-C13CF8EB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67671-B5BD-FA5B-347F-BF356BD7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0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6482-AF71-536E-0E7B-73C342A4C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D50AA-76D2-F14E-CC3D-3C81C6FD5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51F44-B422-B156-6939-E03955DE3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8D232-E768-B161-6B1F-42136B839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93D50-2CD6-AE43-74AC-B8E9E623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9C573-43CB-20E1-453B-E4E7E386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9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6087-4AEB-8E54-1800-716940F7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B7041-CD16-2AC0-4DAB-4B0D4E2B0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023FD-51C2-7AF8-BE19-F12CDFB5D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49CB1-2472-1A77-981B-024000B4B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5D2399-00CE-AFB6-58FD-300F513D4D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17930-65A3-B919-7DC1-5971F639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7A9C56-B3F6-967C-14AD-73966074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7BB7B-03AA-D37A-9252-7129E5AC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4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0A3E-103F-8217-18A1-99864CEB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9828B-E084-7B74-F25C-B63287087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211C0-D132-8D36-A72B-9BC3386A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2902B-7C16-EFEF-5A7B-AFDE24C5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0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4BBA01-1EB8-E57C-0EE0-A3777103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B7075-9179-6283-09AD-21BF838A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4F2FD-AB09-A6A1-262C-E0BEACDA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19C40-B5FB-2367-4047-7CB8794C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DD724-7E02-BAA5-886F-8DEE805D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0DFFF-9047-253A-2714-5352F4ECA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949F7-1DEC-DCC5-D67A-842D9250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8332-1C52-8679-4197-C6A313681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7AA9D-88AC-54BD-BA28-A2C3445B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B5D3-2D94-192D-00E9-8741229BB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A0B4FA-E84E-34F5-D574-590568A25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B660-75D5-C5FF-2E7C-A887F3700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26BF3-1436-B31D-573C-39C21460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47C24-2E57-2BD4-911E-ABB4EA1C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9CB44-8B5A-10F8-0728-04959694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4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2FA3-7FD7-2D05-FDF7-A3F92284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32293-07D7-4E9E-73C6-7FF9F94A7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2093C-E98B-9E5D-ADC3-FB73A426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D6E09-2DE1-2BB8-9CCC-7C060557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76BA8-4CBA-9465-C7CD-CDC59747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F3C20-2AF5-1361-0A30-C56FDE159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CDB53-4E86-73CA-5DF4-24B338E0B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CC616-F180-1A19-D967-1A11D265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3C116-4F2B-A088-AF34-9725F151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3FAC5-0CFF-53DB-217D-82B57C57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BBBA5-2827-5ADE-9A73-759DA5FB5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449B8-3773-63EB-A6FE-AD8457B1E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EB9B-61C2-CBA5-BB0C-4E701C99B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0CE11-44D7-47FF-87B7-A762CF78E43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00A7D-6B67-ED37-4A9E-794829DEC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87831-CD02-04FB-FBDD-B3455578E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E1DCB1-C2C7-4491-8CB7-6A2DDEA7B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66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EE946A0-F33E-CD1D-6829-D09F9F6E1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475" y="1271588"/>
            <a:ext cx="45910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E3A2B51-3B06-F711-0184-F96892C4A23C}"/>
              </a:ext>
            </a:extLst>
          </p:cNvPr>
          <p:cNvSpPr/>
          <p:nvPr/>
        </p:nvSpPr>
        <p:spPr>
          <a:xfrm>
            <a:off x="6280150" y="2101850"/>
            <a:ext cx="127000" cy="127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3E4D07-03D8-1616-9FCB-7964DE076D63}"/>
              </a:ext>
            </a:extLst>
          </p:cNvPr>
          <p:cNvSpPr/>
          <p:nvPr/>
        </p:nvSpPr>
        <p:spPr>
          <a:xfrm>
            <a:off x="6280150" y="3130550"/>
            <a:ext cx="127000" cy="127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AD7A0A-AC0C-B8A1-F07D-B6A5D6754C81}"/>
              </a:ext>
            </a:extLst>
          </p:cNvPr>
          <p:cNvSpPr/>
          <p:nvPr/>
        </p:nvSpPr>
        <p:spPr>
          <a:xfrm>
            <a:off x="6280150" y="4231481"/>
            <a:ext cx="127000" cy="127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736A99-9E27-662B-DDDE-9D41391F2289}"/>
              </a:ext>
            </a:extLst>
          </p:cNvPr>
          <p:cNvSpPr/>
          <p:nvPr/>
        </p:nvSpPr>
        <p:spPr>
          <a:xfrm>
            <a:off x="7766050" y="3130550"/>
            <a:ext cx="127000" cy="127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DA762C-E76D-02EF-20AA-8F4670A3B049}"/>
              </a:ext>
            </a:extLst>
          </p:cNvPr>
          <p:cNvSpPr/>
          <p:nvPr/>
        </p:nvSpPr>
        <p:spPr>
          <a:xfrm>
            <a:off x="4826000" y="3130550"/>
            <a:ext cx="127000" cy="1270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69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F8CEFAF-A88C-C7A4-44B5-FE0F4B0E4BA1}"/>
              </a:ext>
            </a:extLst>
          </p:cNvPr>
          <p:cNvSpPr/>
          <p:nvPr/>
        </p:nvSpPr>
        <p:spPr>
          <a:xfrm>
            <a:off x="1371600" y="2311400"/>
            <a:ext cx="1828800" cy="1828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D9B8BB-4458-9B6E-6546-883BFABC2E00}"/>
              </a:ext>
            </a:extLst>
          </p:cNvPr>
          <p:cNvSpPr/>
          <p:nvPr/>
        </p:nvSpPr>
        <p:spPr>
          <a:xfrm>
            <a:off x="8686800" y="2311400"/>
            <a:ext cx="1828800" cy="1828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E08666-2E15-444C-7E7E-D1FFEBFFB95E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3200400" y="3225800"/>
            <a:ext cx="54864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E255A61-530D-FC69-1F45-9AB5C1272E6E}"/>
              </a:ext>
            </a:extLst>
          </p:cNvPr>
          <p:cNvSpPr/>
          <p:nvPr/>
        </p:nvSpPr>
        <p:spPr>
          <a:xfrm>
            <a:off x="5848350" y="3130550"/>
            <a:ext cx="190500" cy="190500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1D9BFDE-BB59-B4AB-63FE-71F75B2C70DD}"/>
              </a:ext>
            </a:extLst>
          </p:cNvPr>
          <p:cNvSpPr/>
          <p:nvPr/>
        </p:nvSpPr>
        <p:spPr>
          <a:xfrm>
            <a:off x="6096000" y="1788319"/>
            <a:ext cx="139700" cy="1397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E9CE9D-5330-A8F9-437E-D59F9B093532}"/>
              </a:ext>
            </a:extLst>
          </p:cNvPr>
          <p:cNvCxnSpPr>
            <a:cxnSpLocks/>
            <a:endCxn id="26" idx="3"/>
          </p:cNvCxnSpPr>
          <p:nvPr/>
        </p:nvCxnSpPr>
        <p:spPr>
          <a:xfrm flipV="1">
            <a:off x="4134774" y="1873381"/>
            <a:ext cx="2013957" cy="687364"/>
          </a:xfrm>
          <a:prstGeom prst="straightConnector1">
            <a:avLst/>
          </a:prstGeom>
          <a:ln>
            <a:solidFill>
              <a:schemeClr val="tx2"/>
            </a:solidFill>
            <a:headEnd type="stealth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50B2DCB7-0EAD-57E3-F422-898C6588DD4B}"/>
              </a:ext>
            </a:extLst>
          </p:cNvPr>
          <p:cNvSpPr/>
          <p:nvPr/>
        </p:nvSpPr>
        <p:spPr>
          <a:xfrm>
            <a:off x="6142036" y="1834357"/>
            <a:ext cx="45719" cy="45719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1B579B-944E-0658-64C3-733BF1AB3158}"/>
                  </a:ext>
                </a:extLst>
              </p:cNvPr>
              <p:cNvSpPr txBox="1"/>
              <p:nvPr/>
            </p:nvSpPr>
            <p:spPr>
              <a:xfrm>
                <a:off x="2062162" y="3018274"/>
                <a:ext cx="2238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1B579B-944E-0658-64C3-733BF1AB3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162" y="3018274"/>
                <a:ext cx="223838" cy="369332"/>
              </a:xfrm>
              <a:prstGeom prst="rect">
                <a:avLst/>
              </a:prstGeom>
              <a:blipFill>
                <a:blip r:embed="rId2"/>
                <a:stretch>
                  <a:fillRect r="-9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CD9B6FD-961F-E4F8-50CB-E85ED07B84E2}"/>
                  </a:ext>
                </a:extLst>
              </p:cNvPr>
              <p:cNvSpPr txBox="1"/>
              <p:nvPr/>
            </p:nvSpPr>
            <p:spPr>
              <a:xfrm>
                <a:off x="9377362" y="2942311"/>
                <a:ext cx="2238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CD9B6FD-961F-E4F8-50CB-E85ED07B8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7362" y="2942311"/>
                <a:ext cx="223838" cy="369332"/>
              </a:xfrm>
              <a:prstGeom prst="rect">
                <a:avLst/>
              </a:prstGeom>
              <a:blipFill>
                <a:blip r:embed="rId3"/>
                <a:stretch>
                  <a:fillRect r="-94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E22A53C-AB1D-6CD1-8E96-EECE833C1869}"/>
              </a:ext>
            </a:extLst>
          </p:cNvPr>
          <p:cNvCxnSpPr>
            <a:cxnSpLocks/>
            <a:endCxn id="26" idx="6"/>
          </p:cNvCxnSpPr>
          <p:nvPr/>
        </p:nvCxnSpPr>
        <p:spPr>
          <a:xfrm flipH="1" flipV="1">
            <a:off x="6187755" y="1857217"/>
            <a:ext cx="2273330" cy="895219"/>
          </a:xfrm>
          <a:prstGeom prst="straightConnector1">
            <a:avLst/>
          </a:prstGeom>
          <a:ln>
            <a:solidFill>
              <a:schemeClr val="tx2"/>
            </a:solidFill>
            <a:headEnd type="stealth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96783BD-7E38-FB2C-34B3-F18DA9BB016F}"/>
                  </a:ext>
                </a:extLst>
              </p:cNvPr>
              <p:cNvSpPr txBox="1"/>
              <p:nvPr/>
            </p:nvSpPr>
            <p:spPr>
              <a:xfrm>
                <a:off x="7236473" y="1913833"/>
                <a:ext cx="223838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96783BD-7E38-FB2C-34B3-F18DA9BB0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473" y="1913833"/>
                <a:ext cx="223838" cy="403124"/>
              </a:xfrm>
              <a:prstGeom prst="rect">
                <a:avLst/>
              </a:prstGeom>
              <a:blipFill>
                <a:blip r:embed="rId4"/>
                <a:stretch>
                  <a:fillRect t="-24242" r="-5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4D1169-B1B6-7957-9D24-6378A1FD25D8}"/>
                  </a:ext>
                </a:extLst>
              </p:cNvPr>
              <p:cNvSpPr txBox="1"/>
              <p:nvPr/>
            </p:nvSpPr>
            <p:spPr>
              <a:xfrm>
                <a:off x="4891549" y="1743353"/>
                <a:ext cx="223838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C4D1169-B1B6-7957-9D24-6378A1FD2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549" y="1743353"/>
                <a:ext cx="223838" cy="403124"/>
              </a:xfrm>
              <a:prstGeom prst="rect">
                <a:avLst/>
              </a:prstGeom>
              <a:blipFill>
                <a:blip r:embed="rId5"/>
                <a:stretch>
                  <a:fillRect t="-24242" r="-5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71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dcterms:created xsi:type="dcterms:W3CDTF">2026-02-17T09:09:23Z</dcterms:created>
  <dcterms:modified xsi:type="dcterms:W3CDTF">2026-02-17T13:02:34Z</dcterms:modified>
</cp:coreProperties>
</file>